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56"/>
  </p:notesMasterIdLst>
  <p:handoutMasterIdLst>
    <p:handoutMasterId r:id="rId57"/>
  </p:handoutMasterIdLst>
  <p:sldIdLst>
    <p:sldId id="388" r:id="rId2"/>
    <p:sldId id="446" r:id="rId3"/>
    <p:sldId id="389" r:id="rId4"/>
    <p:sldId id="465" r:id="rId5"/>
    <p:sldId id="429" r:id="rId6"/>
    <p:sldId id="472" r:id="rId7"/>
    <p:sldId id="473" r:id="rId8"/>
    <p:sldId id="430" r:id="rId9"/>
    <p:sldId id="477" r:id="rId10"/>
    <p:sldId id="475" r:id="rId11"/>
    <p:sldId id="466" r:id="rId12"/>
    <p:sldId id="392" r:id="rId13"/>
    <p:sldId id="463" r:id="rId14"/>
    <p:sldId id="435" r:id="rId15"/>
    <p:sldId id="445" r:id="rId16"/>
    <p:sldId id="427" r:id="rId17"/>
    <p:sldId id="449" r:id="rId18"/>
    <p:sldId id="467" r:id="rId19"/>
    <p:sldId id="450" r:id="rId20"/>
    <p:sldId id="394" r:id="rId21"/>
    <p:sldId id="393" r:id="rId22"/>
    <p:sldId id="400" r:id="rId23"/>
    <p:sldId id="451" r:id="rId24"/>
    <p:sldId id="468" r:id="rId25"/>
    <p:sldId id="452" r:id="rId26"/>
    <p:sldId id="436" r:id="rId27"/>
    <p:sldId id="438" r:id="rId28"/>
    <p:sldId id="439" r:id="rId29"/>
    <p:sldId id="459" r:id="rId30"/>
    <p:sldId id="401" r:id="rId31"/>
    <p:sldId id="469" r:id="rId32"/>
    <p:sldId id="453" r:id="rId33"/>
    <p:sldId id="455" r:id="rId34"/>
    <p:sldId id="460" r:id="rId35"/>
    <p:sldId id="402" r:id="rId36"/>
    <p:sldId id="406" r:id="rId37"/>
    <p:sldId id="470" r:id="rId38"/>
    <p:sldId id="407" r:id="rId39"/>
    <p:sldId id="476" r:id="rId40"/>
    <p:sldId id="478" r:id="rId41"/>
    <p:sldId id="424" r:id="rId42"/>
    <p:sldId id="408" r:id="rId43"/>
    <p:sldId id="461" r:id="rId44"/>
    <p:sldId id="409" r:id="rId45"/>
    <p:sldId id="457" r:id="rId46"/>
    <p:sldId id="413" r:id="rId47"/>
    <p:sldId id="479" r:id="rId48"/>
    <p:sldId id="480" r:id="rId49"/>
    <p:sldId id="481" r:id="rId50"/>
    <p:sldId id="482" r:id="rId51"/>
    <p:sldId id="471" r:id="rId52"/>
    <p:sldId id="458" r:id="rId53"/>
    <p:sldId id="444" r:id="rId54"/>
    <p:sldId id="422" r:id="rId55"/>
  </p:sldIdLst>
  <p:sldSz cx="12192000" cy="6858000"/>
  <p:notesSz cx="7099300" cy="10234613"/>
  <p:custDataLst>
    <p:tags r:id="rId5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1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3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4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61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774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2926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080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235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D5DFFF"/>
    <a:srgbClr val="B9CAFF"/>
    <a:srgbClr val="7999FF"/>
    <a:srgbClr val="008000"/>
    <a:srgbClr val="FF9999"/>
    <a:srgbClr val="FF3300"/>
    <a:srgbClr val="CC00CC"/>
    <a:srgbClr val="FFCC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A08682-B62C-554B-A841-4DF6FBEF7912}" v="4848" dt="2023-02-01T02:58:29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0" autoAdjust="0"/>
    <p:restoredTop sz="84881" autoAdjust="0"/>
  </p:normalViewPr>
  <p:slideViewPr>
    <p:cSldViewPr>
      <p:cViewPr varScale="1">
        <p:scale>
          <a:sx n="111" d="100"/>
          <a:sy n="111" d="100"/>
        </p:scale>
        <p:origin x="7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Tran" userId="e540d250-70c7-4be3-b4a2-b5ecbc3dd049" providerId="ADAL" clId="{84A08682-B62C-554B-A841-4DF6FBEF7912}"/>
    <pc:docChg chg="undo custSel modSld">
      <pc:chgData name="Long Tran" userId="e540d250-70c7-4be3-b4a2-b5ecbc3dd049" providerId="ADAL" clId="{84A08682-B62C-554B-A841-4DF6FBEF7912}" dt="2023-02-01T03:55:49.521" v="9304" actId="20577"/>
      <pc:docMkLst>
        <pc:docMk/>
      </pc:docMkLst>
      <pc:sldChg chg="modSp mod">
        <pc:chgData name="Long Tran" userId="e540d250-70c7-4be3-b4a2-b5ecbc3dd049" providerId="ADAL" clId="{84A08682-B62C-554B-A841-4DF6FBEF7912}" dt="2023-02-01T01:30:22.400" v="273" actId="790"/>
        <pc:sldMkLst>
          <pc:docMk/>
          <pc:sldMk cId="0" sldId="389"/>
        </pc:sldMkLst>
        <pc:spChg chg="mod">
          <ac:chgData name="Long Tran" userId="e540d250-70c7-4be3-b4a2-b5ecbc3dd049" providerId="ADAL" clId="{84A08682-B62C-554B-A841-4DF6FBEF7912}" dt="2023-02-01T01:30:22.400" v="273" actId="790"/>
          <ac:spMkLst>
            <pc:docMk/>
            <pc:sldMk cId="0" sldId="389"/>
            <ac:spMk id="717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30:22.400" v="273" actId="790"/>
          <ac:spMkLst>
            <pc:docMk/>
            <pc:sldMk cId="0" sldId="389"/>
            <ac:spMk id="7171" creationId="{00000000-0000-0000-0000-000000000000}"/>
          </ac:spMkLst>
        </pc:spChg>
      </pc:sldChg>
      <pc:sldChg chg="modSp mod modTransition">
        <pc:chgData name="Long Tran" userId="e540d250-70c7-4be3-b4a2-b5ecbc3dd049" providerId="ADAL" clId="{84A08682-B62C-554B-A841-4DF6FBEF7912}" dt="2023-02-01T01:54:03.978" v="2061" actId="20577"/>
        <pc:sldMkLst>
          <pc:docMk/>
          <pc:sldMk cId="0" sldId="392"/>
        </pc:sldMkLst>
        <pc:spChg chg="mod">
          <ac:chgData name="Long Tran" userId="e540d250-70c7-4be3-b4a2-b5ecbc3dd049" providerId="ADAL" clId="{84A08682-B62C-554B-A841-4DF6FBEF7912}" dt="2023-02-01T01:48:18.494" v="1384" actId="20577"/>
          <ac:spMkLst>
            <pc:docMk/>
            <pc:sldMk cId="0" sldId="392"/>
            <ac:spMk id="81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54:03.978" v="2061" actId="20577"/>
          <ac:spMkLst>
            <pc:docMk/>
            <pc:sldMk cId="0" sldId="392"/>
            <ac:spMk id="81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8:13.473" v="1362" actId="790"/>
          <ac:spMkLst>
            <pc:docMk/>
            <pc:sldMk cId="0" sldId="392"/>
            <ac:spMk id="820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8:13.473" v="1362" actId="790"/>
          <ac:spMkLst>
            <pc:docMk/>
            <pc:sldMk cId="0" sldId="392"/>
            <ac:spMk id="820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8:13.473" v="1362" actId="790"/>
          <ac:spMkLst>
            <pc:docMk/>
            <pc:sldMk cId="0" sldId="392"/>
            <ac:spMk id="820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8:13.473" v="1362" actId="790"/>
          <ac:spMkLst>
            <pc:docMk/>
            <pc:sldMk cId="0" sldId="392"/>
            <ac:spMk id="8209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196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197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198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199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200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201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202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203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204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1:48:13.473" v="1362" actId="790"/>
          <ac:picMkLst>
            <pc:docMk/>
            <pc:sldMk cId="0" sldId="392"/>
            <ac:picMk id="8205" creationId="{00000000-0000-0000-0000-000000000000}"/>
          </ac:picMkLst>
        </pc:picChg>
      </pc:sldChg>
      <pc:sldChg chg="modSp mod">
        <pc:chgData name="Long Tran" userId="e540d250-70c7-4be3-b4a2-b5ecbc3dd049" providerId="ADAL" clId="{84A08682-B62C-554B-A841-4DF6FBEF7912}" dt="2023-02-01T02:17:21.676" v="4099" actId="20577"/>
        <pc:sldMkLst>
          <pc:docMk/>
          <pc:sldMk cId="0" sldId="393"/>
        </pc:sldMkLst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5:07.759" v="3699" actId="20577"/>
          <ac:spMkLst>
            <pc:docMk/>
            <pc:sldMk cId="0" sldId="393"/>
            <ac:spMk id="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5:16.470" v="3732" actId="14100"/>
          <ac:spMkLst>
            <pc:docMk/>
            <pc:sldMk cId="0" sldId="393"/>
            <ac:spMk id="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7:21.676" v="4099" actId="20577"/>
          <ac:spMkLst>
            <pc:docMk/>
            <pc:sldMk cId="0" sldId="393"/>
            <ac:spMk id="133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49.976" v="3662" actId="790"/>
          <ac:spMkLst>
            <pc:docMk/>
            <pc:sldMk cId="0" sldId="393"/>
            <ac:spMk id="13328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2:14:49.976" v="3662" actId="790"/>
          <ac:picMkLst>
            <pc:docMk/>
            <pc:sldMk cId="0" sldId="393"/>
            <ac:picMk id="13316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2:14:49.976" v="3662" actId="790"/>
          <ac:picMkLst>
            <pc:docMk/>
            <pc:sldMk cId="0" sldId="393"/>
            <ac:picMk id="13317" creationId="{00000000-0000-0000-0000-000000000000}"/>
          </ac:picMkLst>
        </pc:picChg>
        <pc:picChg chg="mod">
          <ac:chgData name="Long Tran" userId="e540d250-70c7-4be3-b4a2-b5ecbc3dd049" providerId="ADAL" clId="{84A08682-B62C-554B-A841-4DF6FBEF7912}" dt="2023-02-01T02:14:49.976" v="3662" actId="790"/>
          <ac:picMkLst>
            <pc:docMk/>
            <pc:sldMk cId="0" sldId="393"/>
            <ac:picMk id="13318" creationId="{00000000-0000-0000-0000-000000000000}"/>
          </ac:picMkLst>
        </pc:picChg>
      </pc:sldChg>
      <pc:sldChg chg="modSp mod">
        <pc:chgData name="Long Tran" userId="e540d250-70c7-4be3-b4a2-b5ecbc3dd049" providerId="ADAL" clId="{84A08682-B62C-554B-A841-4DF6FBEF7912}" dt="2023-02-01T02:14:21.562" v="3645"/>
        <pc:sldMkLst>
          <pc:docMk/>
          <pc:sldMk cId="0" sldId="394"/>
        </pc:sldMkLst>
        <pc:spChg chg="mod">
          <ac:chgData name="Long Tran" userId="e540d250-70c7-4be3-b4a2-b5ecbc3dd049" providerId="ADAL" clId="{84A08682-B62C-554B-A841-4DF6FBEF7912}" dt="2023-02-01T02:13:47.071" v="3641"/>
          <ac:spMkLst>
            <pc:docMk/>
            <pc:sldMk cId="0" sldId="394"/>
            <ac:spMk id="1229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4:21.562" v="3645"/>
          <ac:spMkLst>
            <pc:docMk/>
            <pc:sldMk cId="0" sldId="394"/>
            <ac:spMk id="1229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29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30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30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30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30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30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37.945" v="3640" actId="790"/>
          <ac:spMkLst>
            <pc:docMk/>
            <pc:sldMk cId="0" sldId="394"/>
            <ac:spMk id="12305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20:19.972" v="4362" actId="20577"/>
        <pc:sldMkLst>
          <pc:docMk/>
          <pc:sldMk cId="0" sldId="400"/>
        </pc:sldMkLst>
        <pc:spChg chg="mod">
          <ac:chgData name="Long Tran" userId="e540d250-70c7-4be3-b4a2-b5ecbc3dd049" providerId="ADAL" clId="{84A08682-B62C-554B-A841-4DF6FBEF7912}" dt="2023-02-01T02:19:38.757" v="4160"/>
          <ac:spMkLst>
            <pc:docMk/>
            <pc:sldMk cId="0" sldId="400"/>
            <ac:spMk id="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9:32.556" v="4159" actId="20577"/>
          <ac:spMkLst>
            <pc:docMk/>
            <pc:sldMk cId="0" sldId="400"/>
            <ac:spMk id="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9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9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9:22.288" v="4157"/>
          <ac:spMkLst>
            <pc:docMk/>
            <pc:sldMk cId="0" sldId="400"/>
            <ac:spMk id="1741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0:19.972" v="4362" actId="20577"/>
          <ac:spMkLst>
            <pc:docMk/>
            <pc:sldMk cId="0" sldId="400"/>
            <ac:spMk id="174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9:56.010" v="4275" actId="20577"/>
          <ac:spMkLst>
            <pc:docMk/>
            <pc:sldMk cId="0" sldId="400"/>
            <ac:spMk id="174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4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4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4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4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5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6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7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7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7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7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7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8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8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8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9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9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9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8:01.821" v="4100" actId="790"/>
          <ac:spMkLst>
            <pc:docMk/>
            <pc:sldMk cId="0" sldId="400"/>
            <ac:spMk id="17493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0:55.318" v="6324" actId="14100"/>
        <pc:sldMkLst>
          <pc:docMk/>
          <pc:sldMk cId="0" sldId="401"/>
        </pc:sldMkLst>
        <pc:spChg chg="mod">
          <ac:chgData name="Long Tran" userId="e540d250-70c7-4be3-b4a2-b5ecbc3dd049" providerId="ADAL" clId="{84A08682-B62C-554B-A841-4DF6FBEF7912}" dt="2023-02-01T02:34:46.255" v="5645" actId="20577"/>
          <ac:spMkLst>
            <pc:docMk/>
            <pc:sldMk cId="0" sldId="401"/>
            <ac:spMk id="194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47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4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0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55.318" v="6324" actId="14100"/>
          <ac:spMkLst>
            <pc:docMk/>
            <pc:sldMk cId="0" sldId="401"/>
            <ac:spMk id="1953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3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4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4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4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4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4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5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6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7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9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9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59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0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0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3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4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1964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5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5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6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6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6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7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2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3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3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4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6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9:55.262" v="5068" actId="790"/>
          <ac:spMkLst>
            <pc:docMk/>
            <pc:sldMk cId="0" sldId="401"/>
            <ac:spMk id="797889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0:34.198" v="6298" actId="14100"/>
        <pc:sldMkLst>
          <pc:docMk/>
          <pc:sldMk cId="0" sldId="402"/>
        </pc:sldMkLst>
        <pc:spChg chg="mod">
          <ac:chgData name="Long Tran" userId="e540d250-70c7-4be3-b4a2-b5ecbc3dd049" providerId="ADAL" clId="{84A08682-B62C-554B-A841-4DF6FBEF7912}" dt="2023-02-01T02:40:12.346" v="6217"/>
          <ac:spMkLst>
            <pc:docMk/>
            <pc:sldMk cId="0" sldId="402"/>
            <ac:spMk id="2048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4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34.198" v="6298" actId="14100"/>
          <ac:spMkLst>
            <pc:docMk/>
            <pc:sldMk cId="0" sldId="402"/>
            <ac:spMk id="2050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0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3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4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4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4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4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4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4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5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7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7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205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3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3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3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10.351" v="6216" actId="790"/>
          <ac:spMkLst>
            <pc:docMk/>
            <pc:sldMk cId="0" sldId="402"/>
            <ac:spMk id="798833" creationId="{00000000-0000-0000-0000-000000000000}"/>
          </ac:spMkLst>
        </pc:spChg>
      </pc:sldChg>
      <pc:sldChg chg="modSp mod modAnim">
        <pc:chgData name="Long Tran" userId="e540d250-70c7-4be3-b4a2-b5ecbc3dd049" providerId="ADAL" clId="{84A08682-B62C-554B-A841-4DF6FBEF7912}" dt="2023-02-01T02:51:34.382" v="7719" actId="20577"/>
        <pc:sldMkLst>
          <pc:docMk/>
          <pc:sldMk cId="0" sldId="406"/>
        </pc:sldMkLst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3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3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3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34.382" v="7719" actId="20577"/>
          <ac:spMkLst>
            <pc:docMk/>
            <pc:sldMk cId="0" sldId="406"/>
            <ac:spMk id="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6.051" v="6397" actId="20577"/>
          <ac:spMkLst>
            <pc:docMk/>
            <pc:sldMk cId="0" sldId="406"/>
            <ac:spMk id="245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1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3:12.828" v="6581" actId="20577"/>
          <ac:spMkLst>
            <pc:docMk/>
            <pc:sldMk cId="0" sldId="406"/>
            <ac:spMk id="246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3:14.649" v="6585" actId="20577"/>
          <ac:spMkLst>
            <pc:docMk/>
            <pc:sldMk cId="0" sldId="406"/>
            <ac:spMk id="246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3:16.226" v="6589" actId="20577"/>
          <ac:spMkLst>
            <pc:docMk/>
            <pc:sldMk cId="0" sldId="406"/>
            <ac:spMk id="246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3:19.560" v="6597" actId="20577"/>
          <ac:spMkLst>
            <pc:docMk/>
            <pc:sldMk cId="0" sldId="406"/>
            <ac:spMk id="246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2463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3:10.631" v="6577" actId="20577"/>
          <ac:spMkLst>
            <pc:docMk/>
            <pc:sldMk cId="0" sldId="406"/>
            <ac:spMk id="2463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3:17.779" v="6593" actId="20577"/>
          <ac:spMkLst>
            <pc:docMk/>
            <pc:sldMk cId="0" sldId="406"/>
            <ac:spMk id="2463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2:11.101" v="6374" actId="790"/>
          <ac:spMkLst>
            <pc:docMk/>
            <pc:sldMk cId="0" sldId="406"/>
            <ac:spMk id="802818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5:40.258" v="6953" actId="20577"/>
        <pc:sldMkLst>
          <pc:docMk/>
          <pc:sldMk cId="0" sldId="407"/>
        </pc:sldMkLst>
        <pc:spChg chg="mod">
          <ac:chgData name="Long Tran" userId="e540d250-70c7-4be3-b4a2-b5ecbc3dd049" providerId="ADAL" clId="{84A08682-B62C-554B-A841-4DF6FBEF7912}" dt="2023-02-01T02:45:18.172" v="6885" actId="20577"/>
          <ac:spMkLst>
            <pc:docMk/>
            <pc:sldMk cId="0" sldId="407"/>
            <ac:spMk id="2560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5:40.258" v="6953" actId="20577"/>
          <ac:spMkLst>
            <pc:docMk/>
            <pc:sldMk cId="0" sldId="407"/>
            <ac:spMk id="2560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5:14.569" v="6882" actId="790"/>
          <ac:spMkLst>
            <pc:docMk/>
            <pc:sldMk cId="0" sldId="407"/>
            <ac:spMk id="25604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9:41.904" v="7458" actId="20577"/>
        <pc:sldMkLst>
          <pc:docMk/>
          <pc:sldMk cId="0" sldId="408"/>
        </pc:sldMkLst>
        <pc:spChg chg="mod">
          <ac:chgData name="Long Tran" userId="e540d250-70c7-4be3-b4a2-b5ecbc3dd049" providerId="ADAL" clId="{84A08682-B62C-554B-A841-4DF6FBEF7912}" dt="2023-02-01T02:49:06.507" v="7324" actId="20577"/>
          <ac:spMkLst>
            <pc:docMk/>
            <pc:sldMk cId="0" sldId="408"/>
            <ac:spMk id="2765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9:41.904" v="7458" actId="20577"/>
          <ac:spMkLst>
            <pc:docMk/>
            <pc:sldMk cId="0" sldId="408"/>
            <ac:spMk id="276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5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5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5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6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8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8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8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8:54.134" v="7293" actId="790"/>
          <ac:spMkLst>
            <pc:docMk/>
            <pc:sldMk cId="0" sldId="408"/>
            <ac:spMk id="27683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51:47.082" v="7720" actId="790"/>
        <pc:sldMkLst>
          <pc:docMk/>
          <pc:sldMk cId="0" sldId="409"/>
        </pc:sldMkLst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67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67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6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68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3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3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3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3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3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4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6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7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7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7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7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8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8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9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9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9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9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7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0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0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0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0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0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0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1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1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1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288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5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599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0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4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47.082" v="7720" actId="790"/>
          <ac:spMkLst>
            <pc:docMk/>
            <pc:sldMk cId="0" sldId="409"/>
            <ac:spMk id="806042" creationId="{00000000-0000-0000-0000-000000000000}"/>
          </ac:spMkLst>
        </pc:spChg>
      </pc:sldChg>
      <pc:sldChg chg="modSp mod modAnim">
        <pc:chgData name="Long Tran" userId="e540d250-70c7-4be3-b4a2-b5ecbc3dd049" providerId="ADAL" clId="{84A08682-B62C-554B-A841-4DF6FBEF7912}" dt="2023-02-01T02:56:02.810" v="8481" actId="14100"/>
        <pc:sldMkLst>
          <pc:docMk/>
          <pc:sldMk cId="0" sldId="413"/>
        </pc:sldMkLst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4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4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4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5:50.244" v="8450" actId="20577"/>
          <ac:spMkLst>
            <pc:docMk/>
            <pc:sldMk cId="0" sldId="413"/>
            <ac:spMk id="3174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6:02.810" v="8481" actId="14100"/>
          <ac:spMkLst>
            <pc:docMk/>
            <pc:sldMk cId="0" sldId="413"/>
            <ac:spMk id="317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5:57.689" v="8468" actId="14100"/>
          <ac:spMkLst>
            <pc:docMk/>
            <pc:sldMk cId="0" sldId="413"/>
            <ac:spMk id="3175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5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55.877" v="8241" actId="790"/>
          <ac:spMkLst>
            <pc:docMk/>
            <pc:sldMk cId="0" sldId="413"/>
            <ac:spMk id="31769" creationId="{00000000-0000-0000-0000-000000000000}"/>
          </ac:spMkLst>
        </pc:spChg>
      </pc:sldChg>
      <pc:sldChg chg="modSp mod modAnim">
        <pc:chgData name="Long Tran" userId="e540d250-70c7-4be3-b4a2-b5ecbc3dd049" providerId="ADAL" clId="{84A08682-B62C-554B-A841-4DF6FBEF7912}" dt="2023-02-01T02:48:39.581" v="7292" actId="20577"/>
        <pc:sldMkLst>
          <pc:docMk/>
          <pc:sldMk cId="0" sldId="424"/>
        </pc:sldMkLst>
        <pc:spChg chg="mod">
          <ac:chgData name="Long Tran" userId="e540d250-70c7-4be3-b4a2-b5ecbc3dd049" providerId="ADAL" clId="{84A08682-B62C-554B-A841-4DF6FBEF7912}" dt="2023-02-01T02:48:39.581" v="7292" actId="20577"/>
          <ac:spMkLst>
            <pc:docMk/>
            <pc:sldMk cId="0" sldId="424"/>
            <ac:spMk id="3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40.139" v="7018" actId="20577"/>
          <ac:spMkLst>
            <pc:docMk/>
            <pc:sldMk cId="0" sldId="424"/>
            <ac:spMk id="266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266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82125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8212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8212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6:29.121" v="6966" actId="790"/>
          <ac:spMkLst>
            <pc:docMk/>
            <pc:sldMk cId="0" sldId="424"/>
            <ac:spMk id="82131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07:41.027" v="2893" actId="20577"/>
        <pc:sldMkLst>
          <pc:docMk/>
          <pc:sldMk cId="0" sldId="427"/>
        </pc:sldMkLst>
        <pc:spChg chg="mod">
          <ac:chgData name="Long Tran" userId="e540d250-70c7-4be3-b4a2-b5ecbc3dd049" providerId="ADAL" clId="{84A08682-B62C-554B-A841-4DF6FBEF7912}" dt="2023-02-01T02:05:38.459" v="2649" actId="20577"/>
          <ac:spMkLst>
            <pc:docMk/>
            <pc:sldMk cId="0" sldId="427"/>
            <ac:spMk id="112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7:41.027" v="2893" actId="20577"/>
          <ac:spMkLst>
            <pc:docMk/>
            <pc:sldMk cId="0" sldId="427"/>
            <ac:spMk id="11267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2:05:30.718" v="2606" actId="790"/>
          <ac:picMkLst>
            <pc:docMk/>
            <pc:sldMk cId="0" sldId="427"/>
            <ac:picMk id="11268" creationId="{00000000-0000-0000-0000-000000000000}"/>
          </ac:picMkLst>
        </pc:picChg>
      </pc:sldChg>
      <pc:sldChg chg="modSp mod">
        <pc:chgData name="Long Tran" userId="e540d250-70c7-4be3-b4a2-b5ecbc3dd049" providerId="ADAL" clId="{84A08682-B62C-554B-A841-4DF6FBEF7912}" dt="2023-02-01T01:35:00.698" v="649" actId="20577"/>
        <pc:sldMkLst>
          <pc:docMk/>
          <pc:sldMk cId="0" sldId="429"/>
        </pc:sldMkLst>
        <pc:spChg chg="mod">
          <ac:chgData name="Long Tran" userId="e540d250-70c7-4be3-b4a2-b5ecbc3dd049" providerId="ADAL" clId="{84A08682-B62C-554B-A841-4DF6FBEF7912}" dt="2023-02-01T01:31:13.132" v="295" actId="790"/>
          <ac:spMkLst>
            <pc:docMk/>
            <pc:sldMk cId="0" sldId="429"/>
            <ac:spMk id="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31:13.132" v="295" actId="790"/>
          <ac:spMkLst>
            <pc:docMk/>
            <pc:sldMk cId="0" sldId="429"/>
            <ac:spMk id="102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35:00.698" v="649" actId="20577"/>
          <ac:spMkLst>
            <pc:docMk/>
            <pc:sldMk cId="0" sldId="429"/>
            <ac:spMk id="10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31:13.132" v="295" actId="790"/>
          <ac:spMkLst>
            <pc:docMk/>
            <pc:sldMk cId="0" sldId="429"/>
            <ac:spMk id="1030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47:10.987" v="1260" actId="790"/>
        <pc:sldMkLst>
          <pc:docMk/>
          <pc:sldMk cId="0" sldId="430"/>
        </pc:sldMkLst>
        <pc:spChg chg="mod">
          <ac:chgData name="Long Tran" userId="e540d250-70c7-4be3-b4a2-b5ecbc3dd049" providerId="ADAL" clId="{84A08682-B62C-554B-A841-4DF6FBEF7912}" dt="2023-02-01T01:47:10.987" v="1260" actId="790"/>
          <ac:spMkLst>
            <pc:docMk/>
            <pc:sldMk cId="0" sldId="430"/>
            <ac:spMk id="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7:10.987" v="1260" actId="790"/>
          <ac:spMkLst>
            <pc:docMk/>
            <pc:sldMk cId="0" sldId="430"/>
            <ac:spMk id="20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7:10.987" v="1260" actId="790"/>
          <ac:spMkLst>
            <pc:docMk/>
            <pc:sldMk cId="0" sldId="430"/>
            <ac:spMk id="205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47:10.987" v="1260" actId="790"/>
          <ac:spMkLst>
            <pc:docMk/>
            <pc:sldMk cId="0" sldId="430"/>
            <ac:spMk id="2054" creationId="{00000000-0000-0000-0000-000000000000}"/>
          </ac:spMkLst>
        </pc:spChg>
      </pc:sldChg>
      <pc:sldChg chg="modSp mod modAnim">
        <pc:chgData name="Long Tran" userId="e540d250-70c7-4be3-b4a2-b5ecbc3dd049" providerId="ADAL" clId="{84A08682-B62C-554B-A841-4DF6FBEF7912}" dt="2023-02-01T01:54:34.370" v="2096" actId="20577"/>
        <pc:sldMkLst>
          <pc:docMk/>
          <pc:sldMk cId="0" sldId="435"/>
        </pc:sldMkLst>
        <pc:spChg chg="mod">
          <ac:chgData name="Long Tran" userId="e540d250-70c7-4be3-b4a2-b5ecbc3dd049" providerId="ADAL" clId="{84A08682-B62C-554B-A841-4DF6FBEF7912}" dt="2023-02-01T01:52:47.908" v="1844" actId="20577"/>
          <ac:spMkLst>
            <pc:docMk/>
            <pc:sldMk cId="0" sldId="435"/>
            <ac:spMk id="92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54:34.370" v="2096" actId="20577"/>
          <ac:spMkLst>
            <pc:docMk/>
            <pc:sldMk cId="0" sldId="435"/>
            <ac:spMk id="11267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1:52:27.139" v="1796" actId="790"/>
          <ac:picMkLst>
            <pc:docMk/>
            <pc:sldMk cId="0" sldId="435"/>
            <ac:picMk id="9220" creationId="{00000000-0000-0000-0000-000000000000}"/>
          </ac:picMkLst>
        </pc:picChg>
      </pc:sldChg>
      <pc:sldChg chg="modSp mod">
        <pc:chgData name="Long Tran" userId="e540d250-70c7-4be3-b4a2-b5ecbc3dd049" providerId="ADAL" clId="{84A08682-B62C-554B-A841-4DF6FBEF7912}" dt="2023-02-01T02:37:10.719" v="5883" actId="20577"/>
        <pc:sldMkLst>
          <pc:docMk/>
          <pc:sldMk cId="0" sldId="436"/>
        </pc:sldMkLst>
        <pc:spChg chg="mod">
          <ac:chgData name="Long Tran" userId="e540d250-70c7-4be3-b4a2-b5ecbc3dd049" providerId="ADAL" clId="{84A08682-B62C-554B-A841-4DF6FBEF7912}" dt="2023-02-01T02:22:30.145" v="4614" actId="790"/>
          <ac:spMkLst>
            <pc:docMk/>
            <pc:sldMk cId="0" sldId="436"/>
            <ac:spMk id="143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7:10.719" v="5883" actId="20577"/>
          <ac:spMkLst>
            <pc:docMk/>
            <pc:sldMk cId="0" sldId="436"/>
            <ac:spMk id="14339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3:55:49.521" v="9304" actId="20577"/>
        <pc:sldMkLst>
          <pc:docMk/>
          <pc:sldMk cId="0" sldId="438"/>
        </pc:sldMkLst>
        <pc:spChg chg="mod">
          <ac:chgData name="Long Tran" userId="e540d250-70c7-4be3-b4a2-b5ecbc3dd049" providerId="ADAL" clId="{84A08682-B62C-554B-A841-4DF6FBEF7912}" dt="2023-02-01T03:55:49.521" v="9304" actId="20577"/>
          <ac:spMkLst>
            <pc:docMk/>
            <pc:sldMk cId="0" sldId="438"/>
            <ac:spMk id="1536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7:21.981" v="5898" actId="20577"/>
          <ac:spMkLst>
            <pc:docMk/>
            <pc:sldMk cId="0" sldId="438"/>
            <ac:spMk id="15363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27:39.256" v="5037" actId="1076"/>
        <pc:sldMkLst>
          <pc:docMk/>
          <pc:sldMk cId="0" sldId="439"/>
        </pc:sldMkLst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7:39.256" v="5037" actId="1076"/>
          <ac:spMkLst>
            <pc:docMk/>
            <pc:sldMk cId="0" sldId="439"/>
            <ac:spMk id="163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39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40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40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6:51.255" v="5036" actId="790"/>
          <ac:spMkLst>
            <pc:docMk/>
            <pc:sldMk cId="0" sldId="439"/>
            <ac:spMk id="1640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3:55:13.496" v="9266" actId="790"/>
        <pc:sldMkLst>
          <pc:docMk/>
          <pc:sldMk cId="0" sldId="444"/>
        </pc:sldMkLst>
        <pc:spChg chg="mod">
          <ac:chgData name="Long Tran" userId="e540d250-70c7-4be3-b4a2-b5ecbc3dd049" providerId="ADAL" clId="{84A08682-B62C-554B-A841-4DF6FBEF7912}" dt="2023-02-01T03:55:13.496" v="9266" actId="790"/>
          <ac:spMkLst>
            <pc:docMk/>
            <pc:sldMk cId="0" sldId="444"/>
            <ac:spMk id="3686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3:55:13.496" v="9266" actId="790"/>
          <ac:spMkLst>
            <pc:docMk/>
            <pc:sldMk cId="0" sldId="444"/>
            <ac:spMk id="36867" creationId="{00000000-0000-0000-0000-000000000000}"/>
          </ac:spMkLst>
        </pc:spChg>
      </pc:sldChg>
      <pc:sldChg chg="modSp mod modAnim">
        <pc:chgData name="Long Tran" userId="e540d250-70c7-4be3-b4a2-b5ecbc3dd049" providerId="ADAL" clId="{84A08682-B62C-554B-A841-4DF6FBEF7912}" dt="2023-02-01T02:05:19.485" v="2605" actId="1035"/>
        <pc:sldMkLst>
          <pc:docMk/>
          <pc:sldMk cId="0" sldId="445"/>
        </pc:sldMkLst>
        <pc:spChg chg="mod">
          <ac:chgData name="Long Tran" userId="e540d250-70c7-4be3-b4a2-b5ecbc3dd049" providerId="ADAL" clId="{84A08682-B62C-554B-A841-4DF6FBEF7912}" dt="2023-02-01T02:05:19.485" v="2605" actId="1035"/>
          <ac:spMkLst>
            <pc:docMk/>
            <pc:sldMk cId="0" sldId="445"/>
            <ac:spMk id="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5:19.485" v="2605" actId="1035"/>
          <ac:spMkLst>
            <pc:docMk/>
            <pc:sldMk cId="0" sldId="445"/>
            <ac:spMk id="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2:31.175" v="2362" actId="207"/>
          <ac:spMkLst>
            <pc:docMk/>
            <pc:sldMk cId="0" sldId="445"/>
            <ac:spMk id="1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1:36.563" v="2230" actId="790"/>
          <ac:spMkLst>
            <pc:docMk/>
            <pc:sldMk cId="0" sldId="445"/>
            <ac:spMk id="1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1:36.563" v="2230" actId="790"/>
          <ac:spMkLst>
            <pc:docMk/>
            <pc:sldMk cId="0" sldId="445"/>
            <ac:spMk id="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1:36.563" v="2230" actId="790"/>
          <ac:spMkLst>
            <pc:docMk/>
            <pc:sldMk cId="0" sldId="445"/>
            <ac:spMk id="1024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2:43.628" v="2363" actId="207"/>
          <ac:spMkLst>
            <pc:docMk/>
            <pc:sldMk cId="0" sldId="445"/>
            <ac:spMk id="10247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2:01:36.563" v="2230" actId="790"/>
          <ac:picMkLst>
            <pc:docMk/>
            <pc:sldMk cId="0" sldId="445"/>
            <ac:picMk id="16" creationId="{00000000-0000-0000-0000-000000000000}"/>
          </ac:picMkLst>
        </pc:picChg>
      </pc:sldChg>
      <pc:sldChg chg="addSp delSp modSp mod">
        <pc:chgData name="Long Tran" userId="e540d250-70c7-4be3-b4a2-b5ecbc3dd049" providerId="ADAL" clId="{84A08682-B62C-554B-A841-4DF6FBEF7912}" dt="2023-02-01T01:28:42.866" v="21" actId="478"/>
        <pc:sldMkLst>
          <pc:docMk/>
          <pc:sldMk cId="0" sldId="446"/>
        </pc:sldMkLst>
        <pc:spChg chg="add del mod">
          <ac:chgData name="Long Tran" userId="e540d250-70c7-4be3-b4a2-b5ecbc3dd049" providerId="ADAL" clId="{84A08682-B62C-554B-A841-4DF6FBEF7912}" dt="2023-02-01T01:28:42.139" v="20"/>
          <ac:spMkLst>
            <pc:docMk/>
            <pc:sldMk cId="0" sldId="446"/>
            <ac:spMk id="2" creationId="{64965B6F-FDB3-AA1A-5B5E-781850AADFEE}"/>
          </ac:spMkLst>
        </pc:spChg>
        <pc:spChg chg="add del mod">
          <ac:chgData name="Long Tran" userId="e540d250-70c7-4be3-b4a2-b5ecbc3dd049" providerId="ADAL" clId="{84A08682-B62C-554B-A841-4DF6FBEF7912}" dt="2023-02-01T01:28:42.866" v="21" actId="478"/>
          <ac:spMkLst>
            <pc:docMk/>
            <pc:sldMk cId="0" sldId="446"/>
            <ac:spMk id="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27:59.613" v="3"/>
          <ac:spMkLst>
            <pc:docMk/>
            <pc:sldMk cId="0" sldId="446"/>
            <ac:spMk id="51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28:05.021" v="14" actId="20577"/>
          <ac:spMkLst>
            <pc:docMk/>
            <pc:sldMk cId="0" sldId="446"/>
            <ac:spMk id="512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27:21.285" v="0" actId="790"/>
          <ac:spMkLst>
            <pc:docMk/>
            <pc:sldMk cId="0" sldId="446"/>
            <ac:spMk id="5124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09:35.088" v="3135" actId="20577"/>
        <pc:sldMkLst>
          <pc:docMk/>
          <pc:sldMk cId="0" sldId="449"/>
        </pc:sldMkLst>
        <pc:spChg chg="mod">
          <ac:chgData name="Long Tran" userId="e540d250-70c7-4be3-b4a2-b5ecbc3dd049" providerId="ADAL" clId="{84A08682-B62C-554B-A841-4DF6FBEF7912}" dt="2023-02-01T02:08:10.167" v="2925" actId="20577"/>
          <ac:spMkLst>
            <pc:docMk/>
            <pc:sldMk cId="0" sldId="449"/>
            <ac:spMk id="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09:35.088" v="3135" actId="20577"/>
          <ac:spMkLst>
            <pc:docMk/>
            <pc:sldMk cId="0" sldId="449"/>
            <ac:spMk id="3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2:08:01.132" v="2894" actId="790"/>
          <ac:picMkLst>
            <pc:docMk/>
            <pc:sldMk cId="0" sldId="449"/>
            <ac:picMk id="20482" creationId="{00000000-0000-0000-0000-000000000000}"/>
          </ac:picMkLst>
        </pc:picChg>
      </pc:sldChg>
      <pc:sldChg chg="modSp mod">
        <pc:chgData name="Long Tran" userId="e540d250-70c7-4be3-b4a2-b5ecbc3dd049" providerId="ADAL" clId="{84A08682-B62C-554B-A841-4DF6FBEF7912}" dt="2023-02-01T02:13:07.141" v="3639" actId="20577"/>
        <pc:sldMkLst>
          <pc:docMk/>
          <pc:sldMk cId="0" sldId="450"/>
        </pc:sldMkLst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3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4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4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4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5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5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5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6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7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7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7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7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8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24.147" v="3195" actId="790"/>
          <ac:spMkLst>
            <pc:docMk/>
            <pc:sldMk cId="0" sldId="450"/>
            <ac:spMk id="9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0:31.238" v="3230" actId="20577"/>
          <ac:spMkLst>
            <pc:docMk/>
            <pc:sldMk cId="0" sldId="450"/>
            <ac:spMk id="1229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13:07.141" v="3639" actId="20577"/>
          <ac:spMkLst>
            <pc:docMk/>
            <pc:sldMk cId="0" sldId="450"/>
            <ac:spMk id="12291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21:37.141" v="4551" actId="20577"/>
        <pc:sldMkLst>
          <pc:docMk/>
          <pc:sldMk cId="0" sldId="451"/>
        </pc:sldMkLst>
        <pc:spChg chg="mod">
          <ac:chgData name="Long Tran" userId="e540d250-70c7-4be3-b4a2-b5ecbc3dd049" providerId="ADAL" clId="{84A08682-B62C-554B-A841-4DF6FBEF7912}" dt="2023-02-01T02:20:45.522" v="4376" actId="20577"/>
          <ac:spMkLst>
            <pc:docMk/>
            <pc:sldMk cId="0" sldId="451"/>
            <ac:spMk id="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0:33.832" v="4363" actId="790"/>
          <ac:spMkLst>
            <pc:docMk/>
            <pc:sldMk cId="0" sldId="451"/>
            <ac:spMk id="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0:33.832" v="4363" actId="790"/>
          <ac:spMkLst>
            <pc:docMk/>
            <pc:sldMk cId="0" sldId="451"/>
            <ac:spMk id="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0:33.832" v="4363" actId="790"/>
          <ac:spMkLst>
            <pc:docMk/>
            <pc:sldMk cId="0" sldId="451"/>
            <ac:spMk id="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0:33.832" v="4363" actId="790"/>
          <ac:spMkLst>
            <pc:docMk/>
            <pc:sldMk cId="0" sldId="451"/>
            <ac:spMk id="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1:00.730" v="4412" actId="20577"/>
          <ac:spMkLst>
            <pc:docMk/>
            <pc:sldMk cId="0" sldId="451"/>
            <ac:spMk id="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1:37.141" v="4551" actId="20577"/>
          <ac:spMkLst>
            <pc:docMk/>
            <pc:sldMk cId="0" sldId="451"/>
            <ac:spMk id="5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1:22.801" v="4475" actId="20577"/>
          <ac:spMkLst>
            <pc:docMk/>
            <pc:sldMk cId="0" sldId="451"/>
            <ac:spMk id="57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2:20:33.832" v="4363" actId="790"/>
          <ac:picMkLst>
            <pc:docMk/>
            <pc:sldMk cId="0" sldId="451"/>
            <ac:picMk id="59" creationId="{00000000-0000-0000-0000-000000000000}"/>
          </ac:picMkLst>
        </pc:picChg>
        <pc:cxnChg chg="mod">
          <ac:chgData name="Long Tran" userId="e540d250-70c7-4be3-b4a2-b5ecbc3dd049" providerId="ADAL" clId="{84A08682-B62C-554B-A841-4DF6FBEF7912}" dt="2023-02-01T02:20:33.832" v="4363" actId="790"/>
          <ac:cxnSpMkLst>
            <pc:docMk/>
            <pc:sldMk cId="0" sldId="451"/>
            <ac:cxnSpMk id="17" creationId="{00000000-0000-0000-0000-000000000000}"/>
          </ac:cxnSpMkLst>
        </pc:cxnChg>
        <pc:cxnChg chg="mod">
          <ac:chgData name="Long Tran" userId="e540d250-70c7-4be3-b4a2-b5ecbc3dd049" providerId="ADAL" clId="{84A08682-B62C-554B-A841-4DF6FBEF7912}" dt="2023-02-01T02:20:33.832" v="4363" actId="790"/>
          <ac:cxnSpMkLst>
            <pc:docMk/>
            <pc:sldMk cId="0" sldId="451"/>
            <ac:cxnSpMk id="21" creationId="{00000000-0000-0000-0000-000000000000}"/>
          </ac:cxnSpMkLst>
        </pc:cxnChg>
        <pc:cxnChg chg="mod">
          <ac:chgData name="Long Tran" userId="e540d250-70c7-4be3-b4a2-b5ecbc3dd049" providerId="ADAL" clId="{84A08682-B62C-554B-A841-4DF6FBEF7912}" dt="2023-02-01T02:20:33.832" v="4363" actId="790"/>
          <ac:cxnSpMkLst>
            <pc:docMk/>
            <pc:sldMk cId="0" sldId="451"/>
            <ac:cxnSpMk id="23" creationId="{00000000-0000-0000-0000-000000000000}"/>
          </ac:cxnSpMkLst>
        </pc:cxnChg>
        <pc:cxnChg chg="mod">
          <ac:chgData name="Long Tran" userId="e540d250-70c7-4be3-b4a2-b5ecbc3dd049" providerId="ADAL" clId="{84A08682-B62C-554B-A841-4DF6FBEF7912}" dt="2023-02-01T02:20:33.832" v="4363" actId="790"/>
          <ac:cxnSpMkLst>
            <pc:docMk/>
            <pc:sldMk cId="0" sldId="451"/>
            <ac:cxnSpMk id="24" creationId="{00000000-0000-0000-0000-000000000000}"/>
          </ac:cxnSpMkLst>
        </pc:cxnChg>
        <pc:cxnChg chg="mod">
          <ac:chgData name="Long Tran" userId="e540d250-70c7-4be3-b4a2-b5ecbc3dd049" providerId="ADAL" clId="{84A08682-B62C-554B-A841-4DF6FBEF7912}" dt="2023-02-01T02:20:33.832" v="4363" actId="790"/>
          <ac:cxnSpMkLst>
            <pc:docMk/>
            <pc:sldMk cId="0" sldId="451"/>
            <ac:cxnSpMk id="26" creationId="{00000000-0000-0000-0000-000000000000}"/>
          </ac:cxnSpMkLst>
        </pc:cxnChg>
        <pc:cxnChg chg="mod">
          <ac:chgData name="Long Tran" userId="e540d250-70c7-4be3-b4a2-b5ecbc3dd049" providerId="ADAL" clId="{84A08682-B62C-554B-A841-4DF6FBEF7912}" dt="2023-02-01T02:20:33.832" v="4363" actId="790"/>
          <ac:cxnSpMkLst>
            <pc:docMk/>
            <pc:sldMk cId="0" sldId="451"/>
            <ac:cxnSpMk id="27" creationId="{00000000-0000-0000-0000-000000000000}"/>
          </ac:cxnSpMkLst>
        </pc:cxnChg>
      </pc:sldChg>
      <pc:sldChg chg="modSp mod">
        <pc:chgData name="Long Tran" userId="e540d250-70c7-4be3-b4a2-b5ecbc3dd049" providerId="ADAL" clId="{84A08682-B62C-554B-A841-4DF6FBEF7912}" dt="2023-02-01T02:22:08.959" v="4592" actId="20577"/>
        <pc:sldMkLst>
          <pc:docMk/>
          <pc:sldMk cId="0" sldId="452"/>
        </pc:sldMkLst>
        <pc:spChg chg="mod">
          <ac:chgData name="Long Tran" userId="e540d250-70c7-4be3-b4a2-b5ecbc3dd049" providerId="ADAL" clId="{84A08682-B62C-554B-A841-4DF6FBEF7912}" dt="2023-02-01T02:22:08.959" v="4592" actId="20577"/>
          <ac:spMkLst>
            <pc:docMk/>
            <pc:sldMk cId="0" sldId="452"/>
            <ac:spMk id="9218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1:46.671" v="6373" actId="20577"/>
        <pc:sldMkLst>
          <pc:docMk/>
          <pc:sldMk cId="0" sldId="453"/>
        </pc:sldMkLst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1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1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1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41.730" v="6361" actId="20577"/>
          <ac:spMkLst>
            <pc:docMk/>
            <pc:sldMk cId="0" sldId="453"/>
            <ac:spMk id="1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43.329" v="6365" actId="20577"/>
          <ac:spMkLst>
            <pc:docMk/>
            <pc:sldMk cId="0" sldId="453"/>
            <ac:spMk id="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45.044" v="6369" actId="20577"/>
          <ac:spMkLst>
            <pc:docMk/>
            <pc:sldMk cId="0" sldId="453"/>
            <ac:spMk id="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46.671" v="6373" actId="20577"/>
          <ac:spMkLst>
            <pc:docMk/>
            <pc:sldMk cId="0" sldId="453"/>
            <ac:spMk id="1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3.838" v="5187" actId="790"/>
          <ac:spMkLst>
            <pc:docMk/>
            <pc:sldMk cId="0" sldId="453"/>
            <ac:spMk id="2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07.834" v="6330" actId="20577"/>
          <ac:spMkLst>
            <pc:docMk/>
            <pc:sldMk cId="0" sldId="453"/>
            <ac:spMk id="2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3:58.095" v="5610" actId="207"/>
          <ac:spMkLst>
            <pc:docMk/>
            <pc:sldMk cId="0" sldId="453"/>
            <ac:spMk id="2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15.439" v="5188"/>
          <ac:spMkLst>
            <pc:docMk/>
            <pc:sldMk cId="0" sldId="453"/>
            <ac:spMk id="21506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1:35.429" v="6355" actId="20577"/>
        <pc:sldMkLst>
          <pc:docMk/>
          <pc:sldMk cId="0" sldId="455"/>
        </pc:sldMkLst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23.463" v="6333" actId="167"/>
          <ac:spMkLst>
            <pc:docMk/>
            <pc:sldMk cId="0" sldId="455"/>
            <ac:spMk id="3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3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3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3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5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8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8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8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8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8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9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9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29.922" v="6343" actId="20577"/>
          <ac:spMkLst>
            <pc:docMk/>
            <pc:sldMk cId="0" sldId="455"/>
            <ac:spMk id="2359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31.703" v="6347" actId="20577"/>
          <ac:spMkLst>
            <pc:docMk/>
            <pc:sldMk cId="0" sldId="455"/>
            <ac:spMk id="23593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33.355" v="6351" actId="20577"/>
          <ac:spMkLst>
            <pc:docMk/>
            <pc:sldMk cId="0" sldId="455"/>
            <ac:spMk id="2359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35.429" v="6355" actId="20577"/>
          <ac:spMkLst>
            <pc:docMk/>
            <pc:sldMk cId="0" sldId="455"/>
            <ac:spMk id="2359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59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4:55.810" v="5646" actId="790"/>
          <ac:spMkLst>
            <pc:docMk/>
            <pc:sldMk cId="0" sldId="455"/>
            <ac:spMk id="2360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1:26.728" v="6339" actId="20577"/>
          <ac:spMkLst>
            <pc:docMk/>
            <pc:sldMk cId="0" sldId="455"/>
            <ac:spMk id="23601" creationId="{00000000-0000-0000-0000-000000000000}"/>
          </ac:spMkLst>
        </pc:spChg>
      </pc:sldChg>
      <pc:sldChg chg="modSp mod modAnim">
        <pc:chgData name="Long Tran" userId="e540d250-70c7-4be3-b4a2-b5ecbc3dd049" providerId="ADAL" clId="{84A08682-B62C-554B-A841-4DF6FBEF7912}" dt="2023-02-01T02:54:16.791" v="8130" actId="20577"/>
        <pc:sldMkLst>
          <pc:docMk/>
          <pc:sldMk cId="0" sldId="457"/>
        </pc:sldMkLst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3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3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4:16.791" v="8130" actId="20577"/>
          <ac:spMkLst>
            <pc:docMk/>
            <pc:sldMk cId="0" sldId="457"/>
            <ac:spMk id="3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57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14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1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1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1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18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20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2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26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2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1:51.992" v="7721" actId="790"/>
          <ac:spMkLst>
            <pc:docMk/>
            <pc:sldMk cId="0" sldId="457"/>
            <ac:spMk id="24631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53:32.736" v="7970" actId="20577"/>
          <ac:spMkLst>
            <pc:docMk/>
            <pc:sldMk cId="0" sldId="457"/>
            <ac:spMk id="2463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3:54:09.434" v="9214" actId="20577"/>
        <pc:sldMkLst>
          <pc:docMk/>
          <pc:sldMk cId="0" sldId="458"/>
        </pc:sldMkLst>
        <pc:spChg chg="mod">
          <ac:chgData name="Long Tran" userId="e540d250-70c7-4be3-b4a2-b5ecbc3dd049" providerId="ADAL" clId="{84A08682-B62C-554B-A841-4DF6FBEF7912}" dt="2023-02-01T03:53:06.751" v="8944" actId="20577"/>
          <ac:spMkLst>
            <pc:docMk/>
            <pc:sldMk cId="0" sldId="458"/>
            <ac:spMk id="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3:54:09.434" v="9214" actId="20577"/>
          <ac:spMkLst>
            <pc:docMk/>
            <pc:sldMk cId="0" sldId="458"/>
            <ac:spMk id="6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34:41.435" v="5639" actId="20577"/>
        <pc:sldMkLst>
          <pc:docMk/>
          <pc:sldMk cId="0" sldId="459"/>
        </pc:sldMkLst>
        <pc:spChg chg="mod">
          <ac:chgData name="Long Tran" userId="e540d250-70c7-4be3-b4a2-b5ecbc3dd049" providerId="ADAL" clId="{84A08682-B62C-554B-A841-4DF6FBEF7912}" dt="2023-02-01T02:34:41.435" v="5639" actId="20577"/>
          <ac:spMkLst>
            <pc:docMk/>
            <pc:sldMk cId="0" sldId="459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0:02.962" v="6215" actId="790"/>
        <pc:sldMkLst>
          <pc:docMk/>
          <pc:sldMk cId="0" sldId="460"/>
        </pc:sldMkLst>
        <pc:spChg chg="mod">
          <ac:chgData name="Long Tran" userId="e540d250-70c7-4be3-b4a2-b5ecbc3dd049" providerId="ADAL" clId="{84A08682-B62C-554B-A841-4DF6FBEF7912}" dt="2023-02-01T02:40:02.962" v="6215" actId="790"/>
          <ac:spMkLst>
            <pc:docMk/>
            <pc:sldMk cId="0" sldId="460"/>
            <ac:spMk id="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0:02.962" v="6215" actId="790"/>
          <ac:spMkLst>
            <pc:docMk/>
            <pc:sldMk cId="0" sldId="460"/>
            <ac:spMk id="3" creationId="{00000000-0000-0000-0000-000000000000}"/>
          </ac:spMkLst>
        </pc:spChg>
        <pc:picChg chg="mod">
          <ac:chgData name="Long Tran" userId="e540d250-70c7-4be3-b4a2-b5ecbc3dd049" providerId="ADAL" clId="{84A08682-B62C-554B-A841-4DF6FBEF7912}" dt="2023-02-01T02:39:49.084" v="6177" actId="14100"/>
          <ac:picMkLst>
            <pc:docMk/>
            <pc:sldMk cId="0" sldId="460"/>
            <ac:picMk id="26626" creationId="{00000000-0000-0000-0000-000000000000}"/>
          </ac:picMkLst>
        </pc:picChg>
      </pc:sldChg>
      <pc:sldChg chg="modSp mod">
        <pc:chgData name="Long Tran" userId="e540d250-70c7-4be3-b4a2-b5ecbc3dd049" providerId="ADAL" clId="{84A08682-B62C-554B-A841-4DF6FBEF7912}" dt="2023-02-01T02:50:51.562" v="7626" actId="20577"/>
        <pc:sldMkLst>
          <pc:docMk/>
          <pc:sldMk cId="0" sldId="461"/>
        </pc:sldMkLst>
        <pc:spChg chg="mod">
          <ac:chgData name="Long Tran" userId="e540d250-70c7-4be3-b4a2-b5ecbc3dd049" providerId="ADAL" clId="{84A08682-B62C-554B-A841-4DF6FBEF7912}" dt="2023-02-01T02:50:51.562" v="7626" actId="20577"/>
          <ac:spMkLst>
            <pc:docMk/>
            <pc:sldMk cId="0" sldId="46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52:09.635" v="1795" actId="790"/>
        <pc:sldMkLst>
          <pc:docMk/>
          <pc:sldMk cId="0" sldId="463"/>
        </pc:sldMkLst>
        <pc:spChg chg="mod">
          <ac:chgData name="Long Tran" userId="e540d250-70c7-4be3-b4a2-b5ecbc3dd049" providerId="ADAL" clId="{84A08682-B62C-554B-A841-4DF6FBEF7912}" dt="2023-02-01T01:52:09.635" v="1795" actId="790"/>
          <ac:spMkLst>
            <pc:docMk/>
            <pc:sldMk cId="0" sldId="463"/>
            <ac:spMk id="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52:09.635" v="1795" actId="790"/>
          <ac:spMkLst>
            <pc:docMk/>
            <pc:sldMk cId="0" sldId="463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30:49.520" v="276" actId="20577"/>
        <pc:sldMkLst>
          <pc:docMk/>
          <pc:sldMk cId="43513023" sldId="465"/>
        </pc:sldMkLst>
        <pc:spChg chg="mod">
          <ac:chgData name="Long Tran" userId="e540d250-70c7-4be3-b4a2-b5ecbc3dd049" providerId="ADAL" clId="{84A08682-B62C-554B-A841-4DF6FBEF7912}" dt="2023-02-01T01:30:49.520" v="276" actId="20577"/>
          <ac:spMkLst>
            <pc:docMk/>
            <pc:sldMk cId="43513023" sldId="465"/>
            <ac:spMk id="2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1:30:42.334" v="274" actId="790"/>
          <ac:spMkLst>
            <pc:docMk/>
            <pc:sldMk cId="43513023" sldId="465"/>
            <ac:spMk id="3" creationId="{00000000-0000-0000-0000-000000000000}"/>
          </ac:spMkLst>
        </pc:spChg>
      </pc:sldChg>
      <pc:sldChg chg="modSp mod modTransition">
        <pc:chgData name="Long Tran" userId="e540d250-70c7-4be3-b4a2-b5ecbc3dd049" providerId="ADAL" clId="{84A08682-B62C-554B-A841-4DF6FBEF7912}" dt="2023-02-01T01:51:36.893" v="1741"/>
        <pc:sldMkLst>
          <pc:docMk/>
          <pc:sldMk cId="893984300" sldId="466"/>
        </pc:sldMkLst>
        <pc:spChg chg="mod">
          <ac:chgData name="Long Tran" userId="e540d250-70c7-4be3-b4a2-b5ecbc3dd049" providerId="ADAL" clId="{84A08682-B62C-554B-A841-4DF6FBEF7912}" dt="2023-02-01T01:48:04.159" v="1361" actId="790"/>
          <ac:spMkLst>
            <pc:docMk/>
            <pc:sldMk cId="893984300" sldId="466"/>
            <ac:spMk id="8194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10:18.322" v="3194" actId="20577"/>
        <pc:sldMkLst>
          <pc:docMk/>
          <pc:sldMk cId="235523697" sldId="467"/>
        </pc:sldMkLst>
        <pc:spChg chg="mod">
          <ac:chgData name="Long Tran" userId="e540d250-70c7-4be3-b4a2-b5ecbc3dd049" providerId="ADAL" clId="{84A08682-B62C-554B-A841-4DF6FBEF7912}" dt="2023-02-01T02:10:18.322" v="3194" actId="20577"/>
          <ac:spMkLst>
            <pc:docMk/>
            <pc:sldMk cId="235523697" sldId="467"/>
            <ac:spMk id="8194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21:55.205" v="4574" actId="20577"/>
        <pc:sldMkLst>
          <pc:docMk/>
          <pc:sldMk cId="2995650883" sldId="468"/>
        </pc:sldMkLst>
        <pc:spChg chg="mod">
          <ac:chgData name="Long Tran" userId="e540d250-70c7-4be3-b4a2-b5ecbc3dd049" providerId="ADAL" clId="{84A08682-B62C-554B-A841-4DF6FBEF7912}" dt="2023-02-01T02:21:49.481" v="4552" actId="790"/>
          <ac:spMkLst>
            <pc:docMk/>
            <pc:sldMk cId="2995650883" sldId="468"/>
            <ac:spMk id="7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21:55.205" v="4574" actId="20577"/>
          <ac:spMkLst>
            <pc:docMk/>
            <pc:sldMk cId="2995650883" sldId="468"/>
            <ac:spMk id="8194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31:02.438" v="5186" actId="20577"/>
        <pc:sldMkLst>
          <pc:docMk/>
          <pc:sldMk cId="1667732819" sldId="469"/>
        </pc:sldMkLst>
        <pc:spChg chg="mod">
          <ac:chgData name="Long Tran" userId="e540d250-70c7-4be3-b4a2-b5ecbc3dd049" providerId="ADAL" clId="{84A08682-B62C-554B-A841-4DF6FBEF7912}" dt="2023-02-01T02:30:52.333" v="5138" actId="790"/>
          <ac:spMkLst>
            <pc:docMk/>
            <pc:sldMk cId="1667732819" sldId="469"/>
            <ac:spMk id="1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31:02.438" v="5186" actId="20577"/>
          <ac:spMkLst>
            <pc:docMk/>
            <pc:sldMk cId="1667732819" sldId="469"/>
            <ac:spMk id="21506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5:10.375" v="6881" actId="790"/>
        <pc:sldMkLst>
          <pc:docMk/>
          <pc:sldMk cId="2596723956" sldId="470"/>
        </pc:sldMkLst>
        <pc:spChg chg="mod">
          <ac:chgData name="Long Tran" userId="e540d250-70c7-4be3-b4a2-b5ecbc3dd049" providerId="ADAL" clId="{84A08682-B62C-554B-A841-4DF6FBEF7912}" dt="2023-02-01T02:45:10.375" v="6881" actId="790"/>
          <ac:spMkLst>
            <pc:docMk/>
            <pc:sldMk cId="2596723956" sldId="470"/>
            <ac:spMk id="5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2:45:10.375" v="6881" actId="790"/>
          <ac:spMkLst>
            <pc:docMk/>
            <pc:sldMk cId="2596723956" sldId="470"/>
            <ac:spMk id="2560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3:52:25.409" v="8918" actId="790"/>
        <pc:sldMkLst>
          <pc:docMk/>
          <pc:sldMk cId="1456603982" sldId="471"/>
        </pc:sldMkLst>
        <pc:spChg chg="mod">
          <ac:chgData name="Long Tran" userId="e540d250-70c7-4be3-b4a2-b5ecbc3dd049" providerId="ADAL" clId="{84A08682-B62C-554B-A841-4DF6FBEF7912}" dt="2023-02-01T03:52:25.409" v="8918" actId="790"/>
          <ac:spMkLst>
            <pc:docMk/>
            <pc:sldMk cId="1456603982" sldId="471"/>
            <ac:spMk id="29699" creationId="{00000000-0000-0000-0000-000000000000}"/>
          </ac:spMkLst>
        </pc:spChg>
        <pc:spChg chg="mod">
          <ac:chgData name="Long Tran" userId="e540d250-70c7-4be3-b4a2-b5ecbc3dd049" providerId="ADAL" clId="{84A08682-B62C-554B-A841-4DF6FBEF7912}" dt="2023-02-01T03:52:25.409" v="8918" actId="790"/>
          <ac:spMkLst>
            <pc:docMk/>
            <pc:sldMk cId="1456603982" sldId="471"/>
            <ac:spMk id="29711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46:36.207" v="1238" actId="790"/>
        <pc:sldMkLst>
          <pc:docMk/>
          <pc:sldMk cId="599561733" sldId="472"/>
        </pc:sldMkLst>
        <pc:spChg chg="mod">
          <ac:chgData name="Long Tran" userId="e540d250-70c7-4be3-b4a2-b5ecbc3dd049" providerId="ADAL" clId="{84A08682-B62C-554B-A841-4DF6FBEF7912}" dt="2023-02-01T01:46:36.207" v="1238" actId="790"/>
          <ac:spMkLst>
            <pc:docMk/>
            <pc:sldMk cId="599561733" sldId="472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46:56.297" v="1259" actId="790"/>
        <pc:sldMkLst>
          <pc:docMk/>
          <pc:sldMk cId="2181992489" sldId="473"/>
        </pc:sldMkLst>
        <pc:spChg chg="mod">
          <ac:chgData name="Long Tran" userId="e540d250-70c7-4be3-b4a2-b5ecbc3dd049" providerId="ADAL" clId="{84A08682-B62C-554B-A841-4DF6FBEF7912}" dt="2023-02-01T01:46:56.297" v="1259" actId="790"/>
          <ac:spMkLst>
            <pc:docMk/>
            <pc:sldMk cId="2181992489" sldId="473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47:50.665" v="1334" actId="790"/>
        <pc:sldMkLst>
          <pc:docMk/>
          <pc:sldMk cId="3067084690" sldId="475"/>
        </pc:sldMkLst>
        <pc:spChg chg="mod">
          <ac:chgData name="Long Tran" userId="e540d250-70c7-4be3-b4a2-b5ecbc3dd049" providerId="ADAL" clId="{84A08682-B62C-554B-A841-4DF6FBEF7912}" dt="2023-02-01T01:47:50.665" v="1334" actId="790"/>
          <ac:spMkLst>
            <pc:docMk/>
            <pc:sldMk cId="3067084690" sldId="47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6:09.038" v="6963" actId="790"/>
        <pc:sldMkLst>
          <pc:docMk/>
          <pc:sldMk cId="1502907710" sldId="476"/>
        </pc:sldMkLst>
        <pc:spChg chg="mod">
          <ac:chgData name="Long Tran" userId="e540d250-70c7-4be3-b4a2-b5ecbc3dd049" providerId="ADAL" clId="{84A08682-B62C-554B-A841-4DF6FBEF7912}" dt="2023-02-01T02:46:09.038" v="6963" actId="790"/>
          <ac:spMkLst>
            <pc:docMk/>
            <pc:sldMk cId="1502907710" sldId="47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1:47:31.298" v="1294" actId="790"/>
        <pc:sldMkLst>
          <pc:docMk/>
          <pc:sldMk cId="812103832" sldId="477"/>
        </pc:sldMkLst>
        <pc:spChg chg="mod">
          <ac:chgData name="Long Tran" userId="e540d250-70c7-4be3-b4a2-b5ecbc3dd049" providerId="ADAL" clId="{84A08682-B62C-554B-A841-4DF6FBEF7912}" dt="2023-02-01T01:47:31.298" v="1294" actId="790"/>
          <ac:spMkLst>
            <pc:docMk/>
            <pc:sldMk cId="812103832" sldId="477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46:22.242" v="6965" actId="790"/>
        <pc:sldMkLst>
          <pc:docMk/>
          <pc:sldMk cId="2497925164" sldId="478"/>
        </pc:sldMkLst>
        <pc:spChg chg="mod">
          <ac:chgData name="Long Tran" userId="e540d250-70c7-4be3-b4a2-b5ecbc3dd049" providerId="ADAL" clId="{84A08682-B62C-554B-A841-4DF6FBEF7912}" dt="2023-02-01T02:46:22.242" v="6965" actId="790"/>
          <ac:spMkLst>
            <pc:docMk/>
            <pc:sldMk cId="2497925164" sldId="478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56:33.088" v="8534" actId="790"/>
        <pc:sldMkLst>
          <pc:docMk/>
          <pc:sldMk cId="3330825883" sldId="479"/>
        </pc:sldMkLst>
        <pc:spChg chg="mod">
          <ac:chgData name="Long Tran" userId="e540d250-70c7-4be3-b4a2-b5ecbc3dd049" providerId="ADAL" clId="{84A08682-B62C-554B-A841-4DF6FBEF7912}" dt="2023-02-01T02:56:33.088" v="8534" actId="790"/>
          <ac:spMkLst>
            <pc:docMk/>
            <pc:sldMk cId="3330825883" sldId="479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56:57.119" v="8549" actId="790"/>
        <pc:sldMkLst>
          <pc:docMk/>
          <pc:sldMk cId="2982944297" sldId="480"/>
        </pc:sldMkLst>
        <pc:spChg chg="mod">
          <ac:chgData name="Long Tran" userId="e540d250-70c7-4be3-b4a2-b5ecbc3dd049" providerId="ADAL" clId="{84A08682-B62C-554B-A841-4DF6FBEF7912}" dt="2023-02-01T02:56:57.119" v="8549" actId="790"/>
          <ac:spMkLst>
            <pc:docMk/>
            <pc:sldMk cId="2982944297" sldId="480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57:04.965" v="8553" actId="790"/>
        <pc:sldMkLst>
          <pc:docMk/>
          <pc:sldMk cId="2982944297" sldId="481"/>
        </pc:sldMkLst>
        <pc:spChg chg="mod">
          <ac:chgData name="Long Tran" userId="e540d250-70c7-4be3-b4a2-b5ecbc3dd049" providerId="ADAL" clId="{84A08682-B62C-554B-A841-4DF6FBEF7912}" dt="2023-02-01T02:57:04.965" v="8553" actId="790"/>
          <ac:spMkLst>
            <pc:docMk/>
            <pc:sldMk cId="2982944297" sldId="481"/>
            <ac:spMk id="5" creationId="{00000000-0000-0000-0000-000000000000}"/>
          </ac:spMkLst>
        </pc:spChg>
      </pc:sldChg>
      <pc:sldChg chg="modSp mod">
        <pc:chgData name="Long Tran" userId="e540d250-70c7-4be3-b4a2-b5ecbc3dd049" providerId="ADAL" clId="{84A08682-B62C-554B-A841-4DF6FBEF7912}" dt="2023-02-01T02:57:12.420" v="8557" actId="790"/>
        <pc:sldMkLst>
          <pc:docMk/>
          <pc:sldMk cId="2982944297" sldId="482"/>
        </pc:sldMkLst>
        <pc:spChg chg="mod">
          <ac:chgData name="Long Tran" userId="e540d250-70c7-4be3-b4a2-b5ecbc3dd049" providerId="ADAL" clId="{84A08682-B62C-554B-A841-4DF6FBEF7912}" dt="2023-02-01T02:57:12.420" v="8557" actId="790"/>
          <ac:spMkLst>
            <pc:docMk/>
            <pc:sldMk cId="2982944297" sldId="482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0A33D1F6-2909-4169-88BB-815091212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832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16AD5590-9C90-486D-8FA8-38179D6EA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05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5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46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61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77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</a:t>
            </a:r>
            <a:r>
              <a:rPr lang="en-US" baseline="0"/>
              <a:t>Thanks!</a:t>
            </a:r>
            <a:endParaRPr lang="en-US"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45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theme</a:t>
            </a:r>
            <a:r>
              <a:rPr lang="en-US" baseline="0" dirty="0"/>
              <a:t> in the class:</a:t>
            </a:r>
          </a:p>
          <a:p>
            <a:endParaRPr lang="en-US" baseline="0" dirty="0"/>
          </a:p>
          <a:p>
            <a:r>
              <a:rPr lang="en-US" baseline="0" dirty="0"/>
              <a:t>A goal we have in mind.</a:t>
            </a:r>
          </a:p>
          <a:p>
            <a:endParaRPr lang="en-US" baseline="0" dirty="0"/>
          </a:p>
          <a:p>
            <a:r>
              <a:rPr lang="en-US" baseline="0" dirty="0"/>
              <a:t>A mathematical abstraction to formalize this</a:t>
            </a:r>
          </a:p>
          <a:p>
            <a:endParaRPr lang="en-US" baseline="0" dirty="0"/>
          </a:p>
          <a:p>
            <a:r>
              <a:rPr lang="en-US" baseline="0" dirty="0"/>
              <a:t>Algorithms that operate on these abstractions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2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blinking your eye (not using your entire thinking capabilities),</a:t>
            </a:r>
            <a:r>
              <a:rPr lang="en-US" baseline="0" dirty="0"/>
              <a:t> vacuum cleaner moving towards nearest dirt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comes back on exams</a:t>
            </a:r>
          </a:p>
          <a:p>
            <a:endParaRPr lang="en-US" dirty="0"/>
          </a:p>
          <a:p>
            <a:r>
              <a:rPr lang="en-US" dirty="0"/>
              <a:t>Goal test – sometimes</a:t>
            </a:r>
            <a:r>
              <a:rPr lang="en-US" baseline="0" dirty="0"/>
              <a:t> more than one state that satisfies having achieved the goal, for example, “eat all the dots”</a:t>
            </a:r>
          </a:p>
          <a:p>
            <a:endParaRPr lang="en-US" baseline="0" dirty="0"/>
          </a:p>
          <a:p>
            <a:r>
              <a:rPr lang="en-US" baseline="0" dirty="0"/>
              <a:t>Abstraction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16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Wrong example for “eat-all-dots”: (x, y, dot count)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0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90 * (2^30-1) + 30 * 2^29 = 145 billion</a:t>
            </a:r>
          </a:p>
          <a:p>
            <a:r>
              <a:rPr lang="en-US">
                <a:latin typeface="Arial" charset="0"/>
              </a:rPr>
              <a:t>2^29 = 536 870 912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041C6AE4-F625-4A1A-A100-707641139ACC}" type="slidenum">
              <a:rPr lang="en-US" smtClean="0"/>
              <a:pPr defTabSz="96520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4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plans that achieve the same state, will be different nodes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show tree</a:t>
            </a:r>
          </a:p>
          <a:p>
            <a:r>
              <a:rPr lang="en-US" dirty="0"/>
              <a:t>Right: fringe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92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FD549D34-9FA6-44AF-8862-E060EE74E80B}" type="slidenum">
              <a:rPr lang="en-US" smtClean="0"/>
              <a:pPr defTabSz="965200"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BFS.)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UCS.)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5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DFS.)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4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82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53A5A-7A6F-4C45-B3DA-4ADA5F9066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F1561-1732-4AFE-BD38-1F907188A6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900"/>
            </a:lvl2pPr>
            <a:lvl3pPr marL="914286" indent="0">
              <a:buNone/>
              <a:defRPr sz="1600"/>
            </a:lvl3pPr>
            <a:lvl4pPr marL="1371430" indent="0">
              <a:buNone/>
              <a:defRPr sz="1500"/>
            </a:lvl4pPr>
            <a:lvl5pPr marL="1828573" indent="0">
              <a:buNone/>
              <a:defRPr sz="1500"/>
            </a:lvl5pPr>
            <a:lvl6pPr marL="2285718" indent="0">
              <a:buNone/>
              <a:defRPr sz="1500"/>
            </a:lvl6pPr>
            <a:lvl7pPr marL="2742858" indent="0">
              <a:buNone/>
              <a:defRPr sz="1500"/>
            </a:lvl7pPr>
            <a:lvl8pPr marL="3200000" indent="0">
              <a:buNone/>
              <a:defRPr sz="1500"/>
            </a:lvl8pPr>
            <a:lvl9pPr marL="365714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B8BF5-5AC2-408A-9CF5-48C84EA6D7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E8221-ACA7-4409-9788-2ACEEBC1BD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1A8ED-9B00-4419-8B3B-2343371CEC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85549-3527-4829-9473-416A0C2EAE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60C99-D8C1-4775-8462-7FCDDC81A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7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C37A3-2FAA-437F-A346-3CF46B1B89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30" indent="0">
              <a:buNone/>
              <a:defRPr sz="2000"/>
            </a:lvl4pPr>
            <a:lvl5pPr marL="1828573" indent="0">
              <a:buNone/>
              <a:defRPr sz="2000"/>
            </a:lvl5pPr>
            <a:lvl6pPr marL="2285718" indent="0">
              <a:buNone/>
              <a:defRPr sz="2000"/>
            </a:lvl6pPr>
            <a:lvl7pPr marL="2742858" indent="0">
              <a:buNone/>
              <a:defRPr sz="2000"/>
            </a:lvl7pPr>
            <a:lvl8pPr marL="3200000" indent="0">
              <a:buNone/>
              <a:defRPr sz="2000"/>
            </a:lvl8pPr>
            <a:lvl9pPr marL="365714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880-79EA-4BC7-A72F-59EFE6AB7F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F6080-E520-45DC-884B-D171AED742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41731-2654-4748-B0E7-440E0FE37C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3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9749340B-4FC7-4D90-97D1-24A2CDF192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6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8" rIns="91430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4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43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7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58" indent="-34285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857" indent="-28571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85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000" indent="-22857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14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286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430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57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571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wmv"/><Relationship Id="rId1" Type="http://schemas.microsoft.com/office/2007/relationships/media" Target="../media/media3.wmv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wmv"/><Relationship Id="rId1" Type="http://schemas.microsoft.com/office/2007/relationships/media" Target="../media/media4.wmv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3351"/>
            <a:ext cx="12192000" cy="1143000"/>
          </a:xfrm>
        </p:spPr>
        <p:txBody>
          <a:bodyPr/>
          <a:lstStyle/>
          <a:p>
            <a:pPr eaLnBrk="1" hangingPunct="1"/>
            <a:r>
              <a:rPr lang="en-US" dirty="0"/>
              <a:t>Announcements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3" y="1371600"/>
            <a:ext cx="11263023" cy="4801690"/>
          </a:xfrm>
        </p:spPr>
        <p:txBody>
          <a:bodyPr/>
          <a:lstStyle/>
          <a:p>
            <a:r>
              <a:rPr lang="en-US" sz="2000" dirty="0"/>
              <a:t>Project 0: Python Tutorial</a:t>
            </a:r>
          </a:p>
          <a:p>
            <a:pPr lvl="1"/>
            <a:r>
              <a:rPr lang="en-US" sz="1900" dirty="0">
                <a:solidFill>
                  <a:srgbClr val="C00000"/>
                </a:solidFill>
              </a:rPr>
              <a:t>Due Friday at 5pm</a:t>
            </a:r>
          </a:p>
          <a:p>
            <a:pPr lvl="4"/>
            <a:endParaRPr lang="en-US" sz="1100" dirty="0"/>
          </a:p>
          <a:p>
            <a:pPr eaLnBrk="1" hangingPunct="1"/>
            <a:r>
              <a:rPr lang="en-US" sz="2000" dirty="0"/>
              <a:t>Math self-diagnostic on web --- optional, but important to check your preparedness for second half</a:t>
            </a:r>
          </a:p>
          <a:p>
            <a:pPr lvl="4"/>
            <a:endParaRPr lang="en-US" sz="1100" dirty="0"/>
          </a:p>
          <a:p>
            <a:pPr eaLnBrk="1" hangingPunct="1"/>
            <a:r>
              <a:rPr lang="en-US" sz="2000" dirty="0"/>
              <a:t>Sections</a:t>
            </a:r>
          </a:p>
          <a:p>
            <a:pPr lvl="1"/>
            <a:r>
              <a:rPr lang="en-US" sz="1600" dirty="0"/>
              <a:t>Sign-up Friday at 2pm on piazza</a:t>
            </a:r>
          </a:p>
          <a:p>
            <a:pPr lvl="1"/>
            <a:r>
              <a:rPr lang="en-US" sz="1600" dirty="0"/>
              <a:t>Start next week, can go to any, but have priority in your own</a:t>
            </a:r>
          </a:p>
          <a:p>
            <a:pPr lvl="4"/>
            <a:endParaRPr lang="en-US" sz="1100" dirty="0"/>
          </a:p>
          <a:p>
            <a:pPr eaLnBrk="1" hangingPunct="1"/>
            <a:r>
              <a:rPr lang="en-US" sz="2000" dirty="0"/>
              <a:t>Instructional accounts: after lecture, but not needed except if you use lab machines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6604" y="533400"/>
            <a:ext cx="7001591" cy="5257799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vi-VN" dirty="0"/>
              <a:t>INT3401: Trí tuệ nhân tạo</a:t>
            </a:r>
            <a:br>
              <a:rPr lang="vi-VN" dirty="0"/>
            </a:br>
            <a:endParaRPr lang="vi-VN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vi-VN" sz="4300" dirty="0"/>
              <a:t>Tìm kiếm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vi-VN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0" y="6324600"/>
            <a:ext cx="12192000" cy="500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[These slides were translated from slides by Dan Klein and Pieter </a:t>
            </a:r>
            <a:r>
              <a:rPr lang="en-US" sz="1400" dirty="0" err="1">
                <a:latin typeface="Calibri"/>
                <a:cs typeface="Calibri"/>
              </a:rPr>
              <a:t>Abbeel</a:t>
            </a:r>
            <a:r>
              <a:rPr lang="en-US" sz="1400" dirty="0">
                <a:latin typeface="Calibri"/>
                <a:cs typeface="Calibri"/>
              </a:rPr>
              <a:t> for CS188 Intro to AI at UC Berkeley.</a:t>
            </a:r>
            <a:br>
              <a:rPr lang="en-US" sz="1400" dirty="0">
                <a:latin typeface="Calibri"/>
                <a:cs typeface="Calibri"/>
              </a:rPr>
            </a:br>
            <a:r>
              <a:rPr lang="en-US" sz="1400" dirty="0">
                <a:latin typeface="Calibri"/>
                <a:cs typeface="Calibri"/>
              </a:rPr>
              <a:t> All materials available at http://</a:t>
            </a:r>
            <a:r>
              <a:rPr lang="en-US" sz="1400" dirty="0" err="1">
                <a:latin typeface="Calibri"/>
                <a:cs typeface="Calibri"/>
              </a:rPr>
              <a:t>ai.berkeley.edu</a:t>
            </a:r>
            <a:r>
              <a:rPr lang="en-US" sz="1400" dirty="0">
                <a:latin typeface="Calibri"/>
                <a:cs typeface="Calibri"/>
              </a:rPr>
              <a:t>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1200" y="1447800"/>
            <a:ext cx="5791198" cy="4343399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Nội dung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3"/>
            <a:ext cx="94996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dirty="0"/>
              <a:t>Tác tử lập kế hoạch</a:t>
            </a:r>
          </a:p>
          <a:p>
            <a:pPr eaLnBrk="1" hangingPunct="1">
              <a:lnSpc>
                <a:spcPct val="90000"/>
              </a:lnSpc>
            </a:pPr>
            <a:endParaRPr lang="vi-VN" dirty="0"/>
          </a:p>
          <a:p>
            <a:pPr eaLnBrk="1" hangingPunct="1">
              <a:lnSpc>
                <a:spcPct val="90000"/>
              </a:lnSpc>
            </a:pPr>
            <a:r>
              <a:rPr lang="vi-VN" dirty="0"/>
              <a:t>Bài toán tìm kiếm</a:t>
            </a:r>
          </a:p>
          <a:p>
            <a:pPr eaLnBrk="1" hangingPunct="1">
              <a:lnSpc>
                <a:spcPct val="90000"/>
              </a:lnSpc>
            </a:pPr>
            <a:endParaRPr lang="vi-VN" dirty="0"/>
          </a:p>
          <a:p>
            <a:pPr eaLnBrk="1" hangingPunct="1">
              <a:lnSpc>
                <a:spcPct val="90000"/>
              </a:lnSpc>
            </a:pPr>
            <a:r>
              <a:rPr lang="vi-VN" dirty="0"/>
              <a:t>Các phương pháp tìm kiếm mù</a:t>
            </a:r>
          </a:p>
          <a:p>
            <a:pPr lvl="1">
              <a:lnSpc>
                <a:spcPct val="90000"/>
              </a:lnSpc>
            </a:pPr>
            <a:endParaRPr lang="vi-VN" sz="400" dirty="0"/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Tìm kiếm theo chiều sâu (DFS)</a:t>
            </a:r>
          </a:p>
          <a:p>
            <a:pPr lvl="1" eaLnBrk="1" hangingPunct="1">
              <a:lnSpc>
                <a:spcPct val="90000"/>
              </a:lnSpc>
            </a:pPr>
            <a:endParaRPr lang="vi-VN" sz="400" dirty="0"/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Tìm kiếm theo chiều rộng (BFS)</a:t>
            </a:r>
          </a:p>
          <a:p>
            <a:pPr lvl="1" eaLnBrk="1" hangingPunct="1">
              <a:lnSpc>
                <a:spcPct val="90000"/>
              </a:lnSpc>
            </a:pPr>
            <a:endParaRPr lang="vi-VN" sz="400" dirty="0"/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Tìm kiếm chi phí đều (UCS)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Tác tử lập kế hoạch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4800" y="1295400"/>
            <a:ext cx="6603998" cy="4952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51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Tác tử phản xạ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>
          <a:xfrm>
            <a:off x="363539" y="1657353"/>
            <a:ext cx="588486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dirty="0"/>
              <a:t>Tác tử phản xạ: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dirty="0"/>
              <a:t>Hành động = f(Nhận thức, Bộ nhớ)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dirty="0"/>
              <a:t>Có thể có bộ nhớ hay mô hình về trạng thái của môi trường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dirty="0"/>
              <a:t>Không quan tâm đến hậu quả trong tương lai của hành động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dirty="0">
                <a:solidFill>
                  <a:srgbClr val="FF0000"/>
                </a:solidFill>
              </a:rPr>
              <a:t>Chỉ quan tâm đến môi trường tại thời điểm hiện tại</a:t>
            </a:r>
          </a:p>
          <a:p>
            <a:pPr lvl="1" eaLnBrk="1" hangingPunct="1">
              <a:lnSpc>
                <a:spcPct val="90000"/>
              </a:lnSpc>
            </a:pPr>
            <a:endParaRPr lang="vi-VN" sz="2000" dirty="0"/>
          </a:p>
          <a:p>
            <a:pPr eaLnBrk="1" hangingPunct="1">
              <a:lnSpc>
                <a:spcPct val="90000"/>
              </a:lnSpc>
            </a:pPr>
            <a:r>
              <a:rPr lang="vi-VN" sz="2400" dirty="0"/>
              <a:t>Câu hỏi: Tác tử phản xạ có thể hợp lý không ?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6926266" y="1804993"/>
          <a:ext cx="4579937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4580017" imgH="1607619" progId="MSPhotoEd.3">
                  <p:embed/>
                </p:oleObj>
              </mc:Choice>
              <mc:Fallback>
                <p:oleObj name="Photo Editor Photo" r:id="rId3" imgW="4580017" imgH="1607619" progId="MSPhotoEd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804993"/>
                        <a:ext cx="4579937" cy="160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6899273" y="4106865"/>
          <a:ext cx="4579939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4580017" imgH="1653333" progId="MSPhotoEd.3">
                  <p:embed/>
                </p:oleObj>
              </mc:Choice>
              <mc:Fallback>
                <p:oleObj name="Photo Editor Photo" r:id="rId5" imgW="4580017" imgH="1653333" progId="MSPhotoEd.3">
                  <p:embed/>
                  <p:pic>
                    <p:nvPicPr>
                      <p:cNvPr id="10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3" y="4106865"/>
                        <a:ext cx="4579939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Box 7"/>
          <p:cNvSpPr txBox="1">
            <a:spLocks noChangeArrowheads="1"/>
          </p:cNvSpPr>
          <p:nvPr/>
        </p:nvSpPr>
        <p:spPr bwMode="auto">
          <a:xfrm>
            <a:off x="8991600" y="6183872"/>
            <a:ext cx="305911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vi-VN" dirty="0">
                <a:solidFill>
                  <a:srgbClr val="C00000"/>
                </a:solidFill>
                <a:latin typeface="Calibri" pitchFamily="34" charset="0"/>
              </a:rPr>
              <a:t>[Demo: reflex optimal (L2D1)]</a:t>
            </a:r>
          </a:p>
        </p:txBody>
      </p:sp>
      <p:pic>
        <p:nvPicPr>
          <p:cNvPr id="8" name="Picture 4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582" y="1677717"/>
            <a:ext cx="5270922" cy="4128793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8991600" y="6488672"/>
            <a:ext cx="3200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vi-VN">
                <a:solidFill>
                  <a:srgbClr val="C00000"/>
                </a:solidFill>
                <a:latin typeface="Calibri" pitchFamily="34" charset="0"/>
              </a:rPr>
              <a:t>[Demo: reflex optimal (L2D2)]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Tác tử lập kế hoạch phản xạ</a:t>
            </a:r>
          </a:p>
        </p:txBody>
      </p:sp>
      <p:pic>
        <p:nvPicPr>
          <p:cNvPr id="5" name="Lecture2-demo1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219200"/>
            <a:ext cx="982726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Tác tử lập kế hoạch phản xạ không tốt</a:t>
            </a:r>
          </a:p>
        </p:txBody>
      </p:sp>
      <p:pic>
        <p:nvPicPr>
          <p:cNvPr id="5" name="Lecture2-demo2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95400" y="1143000"/>
            <a:ext cx="9677400" cy="54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9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Tác tử lập kế hoạch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609804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/>
              <a:t>Tác tử lập kế hoạch: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/>
              <a:t>Đặt câu hỏi “Nếu … thì …”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/>
              <a:t>Quyết định dựa trên (giả thuyết về) hậu quả của hành động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/>
              <a:t>Phải có mô hình về sự thay đổi của môi trường do hành động gây ra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/>
              <a:t>Phải có định nghĩa về mục tiêu (goal, test, performance metrics)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>
                <a:solidFill>
                  <a:srgbClr val="FF0000"/>
                </a:solidFill>
              </a:rPr>
              <a:t>Quan tâm đến môi trường trong tương lai</a:t>
            </a:r>
          </a:p>
          <a:p>
            <a:pPr lvl="1" eaLnBrk="1" hangingPunct="1">
              <a:lnSpc>
                <a:spcPct val="90000"/>
              </a:lnSpc>
            </a:pPr>
            <a:endParaRPr lang="vi-VN" sz="200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vi-VN" sz="2400"/>
              <a:t>Lập kế hoạch tối ưu vs. Lập kế hoạch đầy đủ</a:t>
            </a:r>
          </a:p>
          <a:p>
            <a:pPr lvl="1">
              <a:lnSpc>
                <a:spcPct val="90000"/>
              </a:lnSpc>
            </a:pPr>
            <a:endParaRPr lang="vi-VN" sz="2000"/>
          </a:p>
          <a:p>
            <a:pPr>
              <a:lnSpc>
                <a:spcPct val="90000"/>
              </a:lnSpc>
            </a:pPr>
            <a:r>
              <a:rPr lang="vi-VN" sz="2400"/>
              <a:t>Lập kế hoạch  vs. Lập lại kế hoạch</a:t>
            </a:r>
            <a:endParaRPr lang="vi-VN" sz="200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899276" y="4135444"/>
          <a:ext cx="459581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595258" imgH="1623201" progId="MSPhotoEd.3">
                  <p:embed/>
                </p:oleObj>
              </mc:Choice>
              <mc:Fallback>
                <p:oleObj name="Photo Editor Photo" r:id="rId2" imgW="4595258" imgH="1623201" progId="MSPhotoEd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6" y="4135444"/>
                        <a:ext cx="4595813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6926266" y="1797049"/>
          <a:ext cx="4579937" cy="160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4580017" imgH="1607619" progId="MSPhotoEd.3">
                  <p:embed/>
                </p:oleObj>
              </mc:Choice>
              <mc:Fallback>
                <p:oleObj name="Photo Editor Photo" r:id="rId4" imgW="4580017" imgH="1607619" progId="MSPhotoEd.3">
                  <p:embed/>
                  <p:pic>
                    <p:nvPicPr>
                      <p:cNvPr id="20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797049"/>
                        <a:ext cx="4579937" cy="1608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Box 7"/>
          <p:cNvSpPr txBox="1">
            <a:spLocks noChangeArrowheads="1"/>
          </p:cNvSpPr>
          <p:nvPr/>
        </p:nvSpPr>
        <p:spPr bwMode="auto">
          <a:xfrm>
            <a:off x="9144000" y="6172200"/>
            <a:ext cx="2819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vi-VN">
                <a:solidFill>
                  <a:srgbClr val="C00000"/>
                </a:solidFill>
                <a:latin typeface="Calibri" pitchFamily="34" charset="0"/>
              </a:rPr>
              <a:t>[Demo: replanning (L2D3)]</a:t>
            </a:r>
          </a:p>
        </p:txBody>
      </p:sp>
      <p:pic>
        <p:nvPicPr>
          <p:cNvPr id="7" name="Picture 2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043" y="1747400"/>
            <a:ext cx="5262855" cy="411999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9144000" y="6488672"/>
            <a:ext cx="2819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vi-VN">
                <a:solidFill>
                  <a:srgbClr val="C00000"/>
                </a:solidFill>
                <a:latin typeface="Calibri" pitchFamily="34" charset="0"/>
              </a:rPr>
              <a:t>[Demo: mastermind (L2D4)]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Lập lại kế hoạch</a:t>
            </a:r>
          </a:p>
        </p:txBody>
      </p:sp>
      <p:pic>
        <p:nvPicPr>
          <p:cNvPr id="3" name="Lecture2-demo3-plan-fast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0444" y="1100766"/>
            <a:ext cx="10171113" cy="57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0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Lập kế hoạch tối ưu</a:t>
            </a:r>
          </a:p>
        </p:txBody>
      </p:sp>
      <p:pic>
        <p:nvPicPr>
          <p:cNvPr id="5" name="Lecture2-demo4b-plan-slow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7750" y="1143000"/>
            <a:ext cx="100965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8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Bài toán tìm kiếm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164" y="1144408"/>
            <a:ext cx="8524096" cy="5226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3984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Bài toán tìm kiếm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Định nghĩa </a:t>
            </a:r>
            <a:r>
              <a:rPr lang="vi-VN" sz="2800" dirty="0">
                <a:solidFill>
                  <a:srgbClr val="FF0000"/>
                </a:solidFill>
              </a:rPr>
              <a:t>bài toán tìm kiếm</a:t>
            </a:r>
            <a:r>
              <a:rPr lang="vi-VN" sz="2800" dirty="0"/>
              <a:t>: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Không gian</a:t>
            </a:r>
            <a:br>
              <a:rPr lang="vi-VN" sz="2400" dirty="0"/>
            </a:br>
            <a:r>
              <a:rPr lang="vi-VN" sz="2400" dirty="0"/>
              <a:t>trạng thái</a:t>
            </a:r>
          </a:p>
          <a:p>
            <a:pPr marL="457140" lvl="1" indent="0" eaLnBrk="1" hangingPunct="1">
              <a:lnSpc>
                <a:spcPct val="80000"/>
              </a:lnSpc>
              <a:buNone/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Hàm chuyển trạng thái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vi-VN" sz="2400" dirty="0"/>
              <a:t>	(kèm hành động + chi phí)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>
                <a:solidFill>
                  <a:srgbClr val="FF0000"/>
                </a:solidFill>
              </a:rPr>
              <a:t>Trạng thái bắt đầu </a:t>
            </a:r>
            <a:r>
              <a:rPr lang="vi-VN" sz="2400" dirty="0"/>
              <a:t>và</a:t>
            </a:r>
            <a:br>
              <a:rPr lang="vi-VN" sz="2400" dirty="0"/>
            </a:br>
            <a:r>
              <a:rPr lang="vi-VN" sz="2400" dirty="0"/>
              <a:t>hàm kiểm tra </a:t>
            </a:r>
            <a:r>
              <a:rPr lang="vi-VN" sz="2400" dirty="0">
                <a:solidFill>
                  <a:srgbClr val="FF0000"/>
                </a:solidFill>
              </a:rPr>
              <a:t>trạng thái mục tiêu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>
                <a:solidFill>
                  <a:srgbClr val="FF0000"/>
                </a:solidFill>
              </a:rPr>
              <a:t>Giải pháp </a:t>
            </a:r>
            <a:r>
              <a:rPr lang="vi-VN" sz="2800" dirty="0"/>
              <a:t>= dãy hành động (kế hoạch) chuyển từ trạng thái bắt đầu đến trạng thái mục tiêu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3" y="2174876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9949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964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1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91549" y="2174877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97813" y="2174875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816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951" y="3671888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39101" y="3325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58149" y="4087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7162800" y="3581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162800" y="41148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934200" y="3200400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“N”, 1.0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934200" y="4419602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“E”, 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07" grpId="0" animBg="1"/>
      <p:bldP spid="8208" grpId="0"/>
      <p:bldP spid="82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Bài toán tìm kiếm = Mô hình về môi trường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7400" y="1372097"/>
            <a:ext cx="8302482" cy="43559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Ví dụ: Giao thông ở Romania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1803" y="1676401"/>
            <a:ext cx="4495799" cy="4525963"/>
          </a:xfrm>
        </p:spPr>
        <p:txBody>
          <a:bodyPr/>
          <a:lstStyle/>
          <a:p>
            <a:pPr eaLnBrk="1" hangingPunct="1"/>
            <a:r>
              <a:rPr lang="vi-VN" sz="2400" dirty="0"/>
              <a:t>Không gian trạng thái:</a:t>
            </a:r>
          </a:p>
          <a:p>
            <a:pPr lvl="1" eaLnBrk="1" hangingPunct="1"/>
            <a:r>
              <a:rPr lang="vi-VN" sz="2000" dirty="0"/>
              <a:t>Các thành phố</a:t>
            </a:r>
          </a:p>
          <a:p>
            <a:pPr eaLnBrk="1" hangingPunct="1"/>
            <a:r>
              <a:rPr lang="vi-VN" sz="2400" dirty="0"/>
              <a:t>Hàm chuyển trạng thái:</a:t>
            </a:r>
          </a:p>
          <a:p>
            <a:pPr lvl="1" eaLnBrk="1" hangingPunct="1"/>
            <a:r>
              <a:rPr lang="vi-VN" sz="2000" dirty="0"/>
              <a:t>Hành động = chọn đường</a:t>
            </a:r>
          </a:p>
          <a:p>
            <a:pPr lvl="1" eaLnBrk="1" hangingPunct="1"/>
            <a:r>
              <a:rPr lang="vi-VN" sz="2000" dirty="0"/>
              <a:t>Chi phí = khoảng cách</a:t>
            </a:r>
          </a:p>
          <a:p>
            <a:pPr eaLnBrk="1" hangingPunct="1"/>
            <a:r>
              <a:rPr lang="vi-VN" sz="2400" dirty="0"/>
              <a:t>Trạng thái bắt đầu:</a:t>
            </a:r>
          </a:p>
          <a:p>
            <a:pPr lvl="1" eaLnBrk="1" hangingPunct="1"/>
            <a:r>
              <a:rPr lang="vi-VN" sz="2000" dirty="0"/>
              <a:t>Arad</a:t>
            </a:r>
          </a:p>
          <a:p>
            <a:pPr eaLnBrk="1" hangingPunct="1"/>
            <a:r>
              <a:rPr lang="vi-VN" sz="2400" dirty="0"/>
              <a:t>Hàm kiểm tra mục tiêu:</a:t>
            </a:r>
          </a:p>
          <a:p>
            <a:pPr lvl="1" eaLnBrk="1" hangingPunct="1"/>
            <a:r>
              <a:rPr lang="vi-VN" sz="2000" dirty="0"/>
              <a:t>Hỏi state == Bucharest?</a:t>
            </a:r>
          </a:p>
          <a:p>
            <a:pPr lvl="3" eaLnBrk="1" hangingPunct="1"/>
            <a:endParaRPr lang="vi-VN" sz="1200" dirty="0"/>
          </a:p>
          <a:p>
            <a:pPr eaLnBrk="1" hangingPunct="1"/>
            <a:r>
              <a:rPr lang="vi-VN" sz="2400" dirty="0"/>
              <a:t>Câu hỏi: Giải pháp = ?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057400"/>
            <a:ext cx="5557837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219200" y="3505200"/>
            <a:ext cx="9829800" cy="3048000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vi-VN" dirty="0">
              <a:latin typeface="Calibri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19202" y="1273178"/>
            <a:ext cx="9829801" cy="2003425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vi-VN" dirty="0">
              <a:latin typeface="Calibri" pitchFamily="34" charset="0"/>
            </a:endParaRPr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Không gian trạng thái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600200" y="3962400"/>
            <a:ext cx="4038600" cy="2413000"/>
          </a:xfrm>
        </p:spPr>
        <p:txBody>
          <a:bodyPr/>
          <a:lstStyle/>
          <a:p>
            <a:r>
              <a:rPr lang="vi-VN" sz="2400" dirty="0"/>
              <a:t>Bài toán: Tìm đường đi</a:t>
            </a:r>
          </a:p>
          <a:p>
            <a:pPr lvl="1"/>
            <a:r>
              <a:rPr lang="vi-VN" sz="2000" dirty="0"/>
              <a:t>Trạng thái: Vị trí (x,y)</a:t>
            </a:r>
          </a:p>
          <a:p>
            <a:pPr lvl="1"/>
            <a:r>
              <a:rPr lang="vi-VN" sz="2000" dirty="0"/>
              <a:t>Hành động: N – S – E – W</a:t>
            </a:r>
          </a:p>
          <a:p>
            <a:pPr lvl="1"/>
            <a:r>
              <a:rPr lang="vi-VN" sz="2000" dirty="0"/>
              <a:t>Hàm chuyển: cập nhật vị trí</a:t>
            </a:r>
          </a:p>
          <a:p>
            <a:pPr lvl="1"/>
            <a:r>
              <a:rPr lang="vi-VN" sz="2000" dirty="0"/>
              <a:t>Hàm kiểm tra: (x,y)=END ?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791200" y="3970342"/>
            <a:ext cx="4953000" cy="2405063"/>
          </a:xfrm>
        </p:spPr>
        <p:txBody>
          <a:bodyPr/>
          <a:lstStyle/>
          <a:p>
            <a:r>
              <a:rPr lang="vi-VN" sz="2400" dirty="0"/>
              <a:t>Bài toán: Ăn hết bánh</a:t>
            </a:r>
          </a:p>
          <a:p>
            <a:pPr lvl="1"/>
            <a:r>
              <a:rPr lang="vi-VN" sz="2000" dirty="0"/>
              <a:t>Trạng thái: Vị trí (x,y) + danh sách các ô có bánh</a:t>
            </a:r>
          </a:p>
          <a:p>
            <a:pPr lvl="1"/>
            <a:r>
              <a:rPr lang="vi-VN" sz="2000" dirty="0"/>
              <a:t>Hành động: N – S – E – W</a:t>
            </a:r>
          </a:p>
          <a:p>
            <a:pPr lvl="1"/>
            <a:r>
              <a:rPr lang="vi-VN" sz="2000" dirty="0"/>
              <a:t>Hàm chuyển: cập nhật vị trí và danh sách các ô có bánh</a:t>
            </a:r>
          </a:p>
          <a:p>
            <a:pPr lvl="1"/>
            <a:r>
              <a:rPr lang="vi-VN" sz="2000" dirty="0"/>
              <a:t>Hàm kiểm tra : danh sách rỗng ?</a:t>
            </a:r>
          </a:p>
        </p:txBody>
      </p:sp>
      <p:sp>
        <p:nvSpPr>
          <p:cNvPr id="10247" name="TextBox 4"/>
          <p:cNvSpPr txBox="1">
            <a:spLocks noChangeArrowheads="1"/>
          </p:cNvSpPr>
          <p:nvPr/>
        </p:nvSpPr>
        <p:spPr bwMode="auto">
          <a:xfrm>
            <a:off x="1219201" y="1352497"/>
            <a:ext cx="97536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vi-VN" sz="2000" dirty="0">
                <a:solidFill>
                  <a:srgbClr val="FF0000"/>
                </a:solidFill>
                <a:latin typeface="Calibri" pitchFamily="34" charset="0"/>
              </a:rPr>
              <a:t>Trạng thái </a:t>
            </a:r>
            <a:r>
              <a:rPr lang="vi-VN" sz="2000" dirty="0">
                <a:latin typeface="Calibri" pitchFamily="34" charset="0"/>
              </a:rPr>
              <a:t>của môi trường / thế giới bao gồm mọi chi tiết về môi trường / thế giới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" y="3579814"/>
            <a:ext cx="12192000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vi-VN" sz="2000" dirty="0">
                <a:solidFill>
                  <a:srgbClr val="FF0000"/>
                </a:solidFill>
                <a:latin typeface="Calibri" pitchFamily="34" charset="0"/>
              </a:rPr>
              <a:t>Trạng thái tìm kiếm </a:t>
            </a:r>
            <a:r>
              <a:rPr lang="vi-VN" sz="2000" dirty="0">
                <a:latin typeface="Calibri" pitchFamily="34" charset="0"/>
              </a:rPr>
              <a:t>chỉ gồm các chi tiết cần thiết cho lập kế hoạch </a:t>
            </a:r>
            <a:r>
              <a:rPr lang="vi-VN" sz="2000" dirty="0">
                <a:solidFill>
                  <a:srgbClr val="0033CC"/>
                </a:solidFill>
                <a:latin typeface="Calibri" pitchFamily="34" charset="0"/>
              </a:rPr>
              <a:t>(trừu tượng hoá)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752600"/>
            <a:ext cx="4953000" cy="1397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uiExpand="1" build="p"/>
      <p:bldP spid="9" grpId="0" build="p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Kích thước của không gian trạng thái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00200" y="1558925"/>
            <a:ext cx="5943600" cy="4525963"/>
          </a:xfrm>
        </p:spPr>
        <p:txBody>
          <a:bodyPr/>
          <a:lstStyle/>
          <a:p>
            <a:r>
              <a:rPr lang="vi-VN" sz="2400" dirty="0"/>
              <a:t>Trạng thái của môi trường:</a:t>
            </a:r>
          </a:p>
          <a:p>
            <a:pPr lvl="1"/>
            <a:r>
              <a:rPr lang="vi-VN" sz="2000" dirty="0"/>
              <a:t>Số vị trí của Pac-man: 120</a:t>
            </a:r>
          </a:p>
          <a:p>
            <a:pPr lvl="1"/>
            <a:r>
              <a:rPr lang="vi-VN" sz="2000" dirty="0"/>
              <a:t>Số ô có bánh: 30</a:t>
            </a:r>
          </a:p>
          <a:p>
            <a:pPr lvl="1"/>
            <a:r>
              <a:rPr lang="vi-VN" sz="2000" dirty="0"/>
              <a:t>Số vị trí của ma: 12</a:t>
            </a:r>
          </a:p>
          <a:p>
            <a:pPr lvl="1"/>
            <a:r>
              <a:rPr lang="vi-VN" sz="2000" dirty="0"/>
              <a:t>Hướng của Pac-man: 4</a:t>
            </a:r>
            <a:br>
              <a:rPr lang="vi-VN" sz="2000" dirty="0"/>
            </a:br>
            <a:endParaRPr lang="vi-VN" sz="2000" dirty="0"/>
          </a:p>
          <a:p>
            <a:r>
              <a:rPr lang="vi-VN" sz="2400" dirty="0"/>
              <a:t>Số lượng trạng thái</a:t>
            </a:r>
          </a:p>
          <a:p>
            <a:pPr lvl="1"/>
            <a:r>
              <a:rPr lang="vi-VN" sz="2000" dirty="0"/>
              <a:t>Trạng thái của môi trường ?</a:t>
            </a:r>
          </a:p>
          <a:p>
            <a:pPr lvl="1">
              <a:buFont typeface="Wingdings" pitchFamily="2" charset="2"/>
              <a:buNone/>
            </a:pPr>
            <a:r>
              <a:rPr lang="vi-VN" sz="2000" dirty="0"/>
              <a:t>	120x(2</a:t>
            </a:r>
            <a:r>
              <a:rPr lang="vi-VN" sz="2000" baseline="30000" dirty="0"/>
              <a:t>30</a:t>
            </a:r>
            <a:r>
              <a:rPr lang="vi-VN" sz="2000" dirty="0"/>
              <a:t>)x(12</a:t>
            </a:r>
            <a:r>
              <a:rPr lang="vi-VN" sz="2000" baseline="30000" dirty="0"/>
              <a:t>2</a:t>
            </a:r>
            <a:r>
              <a:rPr lang="vi-VN" sz="2000" dirty="0"/>
              <a:t>)x4</a:t>
            </a:r>
          </a:p>
          <a:p>
            <a:pPr lvl="1"/>
            <a:r>
              <a:rPr lang="vi-VN" sz="2000" dirty="0"/>
              <a:t>Trạng thái cho bài toán tìm kiếm ?</a:t>
            </a:r>
          </a:p>
          <a:p>
            <a:pPr lvl="1">
              <a:buFont typeface="Wingdings" pitchFamily="2" charset="2"/>
              <a:buNone/>
            </a:pPr>
            <a:r>
              <a:rPr lang="vi-VN" sz="2000" dirty="0"/>
              <a:t>	120</a:t>
            </a:r>
          </a:p>
          <a:p>
            <a:pPr lvl="1"/>
            <a:r>
              <a:rPr lang="vi-VN" sz="2000" dirty="0"/>
              <a:t>Trạng thái cho bài toán ăn hết bánh ?</a:t>
            </a:r>
          </a:p>
          <a:p>
            <a:pPr lvl="1">
              <a:buFont typeface="Wingdings" pitchFamily="2" charset="2"/>
              <a:buNone/>
            </a:pPr>
            <a:r>
              <a:rPr lang="vi-VN" sz="2000" dirty="0"/>
              <a:t>	120x(2</a:t>
            </a:r>
            <a:r>
              <a:rPr lang="vi-VN" sz="2000" baseline="30000" dirty="0"/>
              <a:t>30</a:t>
            </a:r>
            <a:r>
              <a:rPr lang="vi-VN" sz="2000" dirty="0"/>
              <a:t>)</a:t>
            </a:r>
          </a:p>
          <a:p>
            <a:pPr lvl="1">
              <a:buFont typeface="Wingdings" pitchFamily="2" charset="2"/>
              <a:buNone/>
            </a:pPr>
            <a:endParaRPr lang="vi-VN" sz="2000" dirty="0"/>
          </a:p>
        </p:txBody>
      </p:sp>
      <p:pic>
        <p:nvPicPr>
          <p:cNvPr id="11268" name="Picture 3" descr="Z:\Shared with PC\boxSearc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3" y="1905001"/>
            <a:ext cx="4030663" cy="4097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tập: Đường đi an toàn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29200"/>
            <a:ext cx="11379200" cy="1524000"/>
          </a:xfrm>
        </p:spPr>
        <p:txBody>
          <a:bodyPr/>
          <a:lstStyle/>
          <a:p>
            <a:r>
              <a:rPr lang="vi-VN" sz="2800" dirty="0"/>
              <a:t>Bài toán: ăn hết bánh và giữ cho các con ma sợ</a:t>
            </a:r>
          </a:p>
          <a:p>
            <a:r>
              <a:rPr lang="vi-VN" sz="2800" dirty="0"/>
              <a:t>Trạng thái tìm kiếm gồm những gì ?</a:t>
            </a:r>
          </a:p>
          <a:p>
            <a:pPr lvl="1"/>
            <a:r>
              <a:rPr lang="vi-VN" sz="2400" dirty="0"/>
              <a:t>(vị trí Pac-man, danh sách vị trí bánh, danh sách vị trí thuốc, thời gian ma sợ còn lại)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3" y="1371601"/>
            <a:ext cx="11847513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Đồ thị không gian trạng thái và cây tìm kiếm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23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Đồ thị không gian trạng thái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vi-VN" sz="2400" dirty="0">
                <a:solidFill>
                  <a:srgbClr val="FF0000"/>
                </a:solidFill>
              </a:rPr>
              <a:t>Đồ thị không gian trạng thái</a:t>
            </a:r>
            <a:r>
              <a:rPr lang="vi-VN" sz="2400" dirty="0"/>
              <a:t>: biểu diễn toán học của bài toán tìm kiếm</a:t>
            </a:r>
          </a:p>
          <a:p>
            <a:pPr lvl="1" eaLnBrk="1" hangingPunct="1"/>
            <a:r>
              <a:rPr lang="vi-VN" sz="1900" dirty="0"/>
              <a:t>Đỉnh = Trạng thái</a:t>
            </a:r>
          </a:p>
          <a:p>
            <a:pPr lvl="1" eaLnBrk="1" hangingPunct="1"/>
            <a:r>
              <a:rPr lang="vi-VN" sz="1900" dirty="0"/>
              <a:t>Cạnh = hàm chuyển</a:t>
            </a:r>
          </a:p>
          <a:p>
            <a:pPr lvl="1" eaLnBrk="1" hangingPunct="1"/>
            <a:r>
              <a:rPr lang="vi-VN" sz="1900" dirty="0"/>
              <a:t>Hàm kiểm tra = tập các đỉnh mục tiêu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Trong đồ thị không gian trạng thái, mỗi trạng thái xuất hiện </a:t>
            </a:r>
            <a:r>
              <a:rPr lang="vi-VN" sz="2400" dirty="0">
                <a:solidFill>
                  <a:srgbClr val="FF0000"/>
                </a:solidFill>
              </a:rPr>
              <a:t>duy nhất một lần</a:t>
            </a:r>
            <a:r>
              <a:rPr lang="vi-VN" sz="2400" dirty="0"/>
              <a:t>!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Hiếm khi xây dựng đồ thị này (do quá lớn) mà chúng ta dùng nó để suy nghĩ về bài toán</a:t>
            </a:r>
          </a:p>
          <a:p>
            <a:pPr eaLnBrk="1" hangingPunct="1"/>
            <a:endParaRPr lang="vi-VN" sz="2400" dirty="0"/>
          </a:p>
          <a:p>
            <a:pPr eaLnBrk="1" hangingPunct="1">
              <a:buFont typeface="Wingdings" pitchFamily="2" charset="2"/>
              <a:buNone/>
            </a:pPr>
            <a:endParaRPr lang="vi-VN" sz="24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Đồ thị không gian trạng thái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vi-VN" sz="2400" dirty="0">
                <a:solidFill>
                  <a:srgbClr val="FF0000"/>
                </a:solidFill>
              </a:rPr>
              <a:t>Đồ thị không gian trạng thái</a:t>
            </a:r>
            <a:r>
              <a:rPr lang="vi-VN" sz="2400" dirty="0"/>
              <a:t>: biểu diễn toán học của bài toán tìm kiếm</a:t>
            </a:r>
          </a:p>
          <a:p>
            <a:pPr lvl="1" eaLnBrk="1" hangingPunct="1"/>
            <a:r>
              <a:rPr lang="vi-VN" sz="1900" dirty="0"/>
              <a:t>Đỉnh = Trạng thái</a:t>
            </a:r>
          </a:p>
          <a:p>
            <a:pPr lvl="1" eaLnBrk="1" hangingPunct="1"/>
            <a:r>
              <a:rPr lang="vi-VN" sz="1900" dirty="0"/>
              <a:t>Cạnh = hàm chuyển</a:t>
            </a:r>
          </a:p>
          <a:p>
            <a:pPr lvl="1" eaLnBrk="1" hangingPunct="1"/>
            <a:r>
              <a:rPr lang="vi-VN" sz="1900" dirty="0"/>
              <a:t>Hàm kiểm tra = tập các đỉnh mục tiêu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Trong đồ thị không gian trạng thái, mỗi trạng thái xuất hiện </a:t>
            </a:r>
            <a:r>
              <a:rPr lang="vi-VN" sz="2400" dirty="0">
                <a:solidFill>
                  <a:srgbClr val="FF0000"/>
                </a:solidFill>
              </a:rPr>
              <a:t>duy nhất một lần</a:t>
            </a:r>
            <a:r>
              <a:rPr lang="vi-VN" sz="2400" dirty="0"/>
              <a:t>!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Hiếm khi xây dựng đồ thị này (do quá lớn) mà chúng ta dùng nó để suy nghĩ về bài toán</a:t>
            </a:r>
          </a:p>
          <a:p>
            <a:pPr eaLnBrk="1" hangingPunct="1"/>
            <a:endParaRPr lang="vi-VN" sz="2400" dirty="0"/>
          </a:p>
          <a:p>
            <a:pPr eaLnBrk="1" hangingPunct="1">
              <a:buFont typeface="Wingdings" pitchFamily="2" charset="2"/>
              <a:buNone/>
            </a:pPr>
            <a:endParaRPr lang="vi-VN" sz="2400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600" b="1"/>
                <a:t>S</a:t>
              </a:r>
            </a:p>
          </p:txBody>
        </p:sp>
        <p:sp>
          <p:nvSpPr>
            <p:cNvPr id="12295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b="1"/>
                <a:t>G</a:t>
              </a:r>
            </a:p>
          </p:txBody>
        </p:sp>
        <p:sp>
          <p:nvSpPr>
            <p:cNvPr id="12296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d</a:t>
              </a:r>
            </a:p>
          </p:txBody>
        </p:sp>
        <p:sp>
          <p:nvSpPr>
            <p:cNvPr id="12297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b</a:t>
              </a:r>
            </a:p>
          </p:txBody>
        </p:sp>
        <p:sp>
          <p:nvSpPr>
            <p:cNvPr id="12298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p</a:t>
              </a:r>
            </a:p>
          </p:txBody>
        </p:sp>
        <p:sp>
          <p:nvSpPr>
            <p:cNvPr id="12299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q</a:t>
              </a:r>
            </a:p>
          </p:txBody>
        </p:sp>
        <p:sp>
          <p:nvSpPr>
            <p:cNvPr id="12300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c</a:t>
              </a:r>
            </a:p>
          </p:txBody>
        </p:sp>
        <p:sp>
          <p:nvSpPr>
            <p:cNvPr id="12301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e</a:t>
              </a:r>
            </a:p>
          </p:txBody>
        </p:sp>
        <p:sp>
          <p:nvSpPr>
            <p:cNvPr id="12302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h</a:t>
              </a:r>
            </a:p>
          </p:txBody>
        </p:sp>
        <p:sp>
          <p:nvSpPr>
            <p:cNvPr id="12303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a</a:t>
              </a:r>
            </a:p>
          </p:txBody>
        </p:sp>
        <p:sp>
          <p:nvSpPr>
            <p:cNvPr id="12304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f</a:t>
              </a:r>
            </a:p>
          </p:txBody>
        </p:sp>
        <p:sp>
          <p:nvSpPr>
            <p:cNvPr id="12305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r</a:t>
              </a:r>
            </a:p>
          </p:txBody>
        </p:sp>
        <p:cxnSp>
          <p:nvCxnSpPr>
            <p:cNvPr id="12306" name="AutoShape 17"/>
            <p:cNvCxnSpPr>
              <a:cxnSpLocks noChangeShapeType="1"/>
              <a:stCxn id="12294" idx="5"/>
              <a:endCxn id="12298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7" name="AutoShape 18"/>
            <p:cNvCxnSpPr>
              <a:cxnSpLocks noChangeShapeType="1"/>
              <a:stCxn id="12298" idx="5"/>
              <a:endCxn id="12299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8" name="AutoShape 19"/>
            <p:cNvCxnSpPr>
              <a:cxnSpLocks noChangeShapeType="1"/>
              <a:stCxn id="12302" idx="3"/>
              <a:endCxn id="12299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9" name="AutoShape 20"/>
            <p:cNvCxnSpPr>
              <a:cxnSpLocks noChangeShapeType="1"/>
              <a:stCxn id="12302" idx="2"/>
              <a:endCxn id="12298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0" name="AutoShape 21"/>
            <p:cNvCxnSpPr>
              <a:cxnSpLocks noChangeShapeType="1"/>
              <a:stCxn id="12301" idx="4"/>
              <a:endCxn id="12302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1" name="AutoShape 22"/>
            <p:cNvCxnSpPr>
              <a:cxnSpLocks noChangeShapeType="1"/>
              <a:stCxn id="12301" idx="5"/>
              <a:endCxn id="12305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2" name="AutoShape 23"/>
            <p:cNvCxnSpPr>
              <a:cxnSpLocks noChangeShapeType="1"/>
              <a:stCxn id="12305" idx="0"/>
              <a:endCxn id="12304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3" name="AutoShape 24"/>
            <p:cNvCxnSpPr>
              <a:cxnSpLocks noChangeShapeType="1"/>
              <a:stCxn id="12304" idx="0"/>
              <a:endCxn id="12295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4" name="AutoShape 25"/>
            <p:cNvCxnSpPr>
              <a:cxnSpLocks noChangeShapeType="1"/>
              <a:stCxn id="12294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5" name="AutoShape 26"/>
            <p:cNvCxnSpPr>
              <a:cxnSpLocks noChangeShapeType="1"/>
              <a:stCxn id="12296" idx="1"/>
              <a:endCxn id="12297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6" name="AutoShape 27"/>
            <p:cNvCxnSpPr>
              <a:cxnSpLocks noChangeShapeType="1"/>
              <a:endCxn id="12303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7" name="AutoShape 28"/>
            <p:cNvCxnSpPr>
              <a:cxnSpLocks noChangeShapeType="1"/>
              <a:stCxn id="12300" idx="2"/>
              <a:endCxn id="12303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8" name="AutoShape 29"/>
            <p:cNvCxnSpPr>
              <a:cxnSpLocks noChangeShapeType="1"/>
              <a:stCxn id="12296" idx="7"/>
              <a:endCxn id="12300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9" name="AutoShape 30"/>
            <p:cNvCxnSpPr>
              <a:cxnSpLocks noChangeShapeType="1"/>
              <a:stCxn id="12296" idx="6"/>
              <a:endCxn id="12301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0" name="AutoShape 31"/>
            <p:cNvCxnSpPr>
              <a:cxnSpLocks noChangeShapeType="1"/>
              <a:stCxn id="12304" idx="1"/>
              <a:endCxn id="12300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1" name="AutoShape 32"/>
            <p:cNvCxnSpPr>
              <a:cxnSpLocks noChangeShapeType="1"/>
              <a:stCxn id="12294" idx="6"/>
              <a:endCxn id="12301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sp>
        <p:nvSpPr>
          <p:cNvPr id="12293" name="Text Box 33"/>
          <p:cNvSpPr txBox="1">
            <a:spLocks noChangeArrowheads="1"/>
          </p:cNvSpPr>
          <p:nvPr/>
        </p:nvSpPr>
        <p:spPr bwMode="auto">
          <a:xfrm>
            <a:off x="7696200" y="4845049"/>
            <a:ext cx="3352800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i="1">
                <a:latin typeface="Calibri" pitchFamily="34" charset="0"/>
              </a:rPr>
              <a:t>Tiny search graph for a tiny search problem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Cây tìm kiếm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4114800"/>
            <a:ext cx="9525000" cy="2362200"/>
          </a:xfrm>
        </p:spPr>
        <p:txBody>
          <a:bodyPr/>
          <a:lstStyle/>
          <a:p>
            <a:pPr eaLnBrk="1" hangingPunct="1"/>
            <a:r>
              <a:rPr lang="vi-VN" sz="2400" dirty="0"/>
              <a:t>Cây tìm kiếm:</a:t>
            </a:r>
          </a:p>
          <a:p>
            <a:pPr lvl="1" eaLnBrk="1" hangingPunct="1"/>
            <a:r>
              <a:rPr lang="vi-VN" sz="2000" dirty="0"/>
              <a:t>Cây của các kế hoạch và kết quả: Câu hỏi “Nếu … thì …”</a:t>
            </a:r>
          </a:p>
          <a:p>
            <a:pPr lvl="1" eaLnBrk="1" hangingPunct="1"/>
            <a:r>
              <a:rPr lang="vi-VN" sz="2000" dirty="0"/>
              <a:t>Trạng thái bắt đầu = gốc cây</a:t>
            </a:r>
          </a:p>
          <a:p>
            <a:pPr lvl="1" eaLnBrk="1" hangingPunct="1"/>
            <a:r>
              <a:rPr lang="vi-VN" sz="2000" dirty="0"/>
              <a:t>Các nút con = các phép chuyển trạng thái</a:t>
            </a:r>
          </a:p>
          <a:p>
            <a:pPr lvl="1" eaLnBrk="1" hangingPunct="1"/>
            <a:r>
              <a:rPr lang="vi-VN" sz="2000" dirty="0"/>
              <a:t>Mỗi nút con = một kế hoạch đến một trạng thái nào đó</a:t>
            </a:r>
          </a:p>
          <a:p>
            <a:pPr lvl="1" eaLnBrk="1" hangingPunct="1"/>
            <a:r>
              <a:rPr lang="vi-VN" sz="2000" dirty="0">
                <a:solidFill>
                  <a:srgbClr val="CC0000"/>
                </a:solidFill>
              </a:rPr>
              <a:t>Hầu như không thể xây dựng toàn bộ cây tìm kiếm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“E”, 1.0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“N”, 1.0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 dirty="0"/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000" dirty="0">
                <a:latin typeface="Calibri" pitchFamily="34" charset="0"/>
              </a:rPr>
              <a:t>Trạng thái bắt đầu tìm kiếm</a:t>
            </a: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 dirty="0"/>
          </a:p>
        </p:txBody>
      </p:sp>
      <p:sp>
        <p:nvSpPr>
          <p:cNvPr id="20" name="TextBox 19"/>
          <p:cNvSpPr txBox="1"/>
          <p:nvPr/>
        </p:nvSpPr>
        <p:spPr>
          <a:xfrm>
            <a:off x="8077199" y="2602472"/>
            <a:ext cx="3352797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000" dirty="0">
                <a:latin typeface="Calibri" pitchFamily="34" charset="0"/>
              </a:rPr>
              <a:t>Các khả năng trong tương lai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19" grpId="1" animBg="1"/>
      <p:bldP spid="13320" grpId="0" animBg="1"/>
      <p:bldP spid="13320" grpId="1" animBg="1"/>
      <p:bldP spid="13321" grpId="0"/>
      <p:bldP spid="13321" grpId="1"/>
      <p:bldP spid="13322" grpId="0"/>
      <p:bldP spid="13322" grpId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7" grpId="0" animBg="1"/>
      <p:bldP spid="18" grpId="0"/>
      <p:bldP spid="19" grpId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858002" y="175869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 sz="1600"/>
          </a:p>
        </p:txBody>
      </p:sp>
      <p:sp>
        <p:nvSpPr>
          <p:cNvPr id="97" name="Rounded Rectangle 96"/>
          <p:cNvSpPr/>
          <p:nvPr/>
        </p:nvSpPr>
        <p:spPr>
          <a:xfrm>
            <a:off x="381000" y="175260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 thị không gian trạng thái ≠ Cây tìm kiếm</a:t>
            </a:r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32902" y="2692717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500"/>
              <a:t>S</a:t>
            </a:r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104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104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b</a:t>
            </a:r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454902" y="316725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d</a:t>
            </a:r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2649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p</a:t>
            </a:r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5819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5819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c</a:t>
            </a:r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169151" y="350569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13651" y="350569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1691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406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7536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e</a:t>
            </a:r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296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p</a:t>
            </a:r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4869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h</a:t>
            </a:r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058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f</a:t>
            </a:r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058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r</a:t>
            </a:r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677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2964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8679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c</a:t>
            </a:r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21900" y="4392297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500"/>
              <a:t>G</a:t>
            </a:r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867902" y="472185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45651" y="345243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12351" y="345243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4551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456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17151" y="387853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455151" y="430463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26651" y="430463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17153" y="430463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26651" y="46874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264902" y="350680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23651" y="345243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280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e</a:t>
            </a:r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772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p</a:t>
            </a:r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79629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h</a:t>
            </a:r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34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f</a:t>
            </a:r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34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r</a:t>
            </a:r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153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7724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439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c</a:t>
            </a:r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597900" y="4818397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b="1">
                <a:solidFill>
                  <a:srgbClr val="CC0000"/>
                </a:solidFill>
              </a:rPr>
              <a:t>G</a:t>
            </a: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43902" y="51479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21651" y="387853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39151" y="387853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311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216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693151" y="430463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31151" y="473073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02651" y="473073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693149" y="473073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02651" y="51135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13651" y="350569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13651" y="301588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45651" y="301588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45651" y="301588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7416" name="Group 62"/>
          <p:cNvGrpSpPr>
            <a:grpSpLocks/>
          </p:cNvGrpSpPr>
          <p:nvPr/>
        </p:nvGrpSpPr>
        <p:grpSpPr bwMode="auto"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/>
                <a:t>S</a:t>
              </a:r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/>
                <a:t>G</a:t>
              </a:r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d</a:t>
              </a:r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b</a:t>
              </a:r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p</a:t>
              </a:r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q</a:t>
              </a:r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c</a:t>
              </a:r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e</a:t>
              </a:r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h</a:t>
              </a:r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a</a:t>
              </a:r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f</a:t>
              </a:r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r</a:t>
              </a:r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495800" y="4133678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Xây dựng đồ thị và cây tìm kiếm “theo nhu cầu” và càng ít càng tốt</a:t>
            </a: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572000" y="1905002"/>
            <a:ext cx="1981200" cy="1754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Mỗi nút trong cây tìm kiếm tương đương với một đường đi trong đồ thị không gian trạng thái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Cây tìm kiếm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600" y="1981202"/>
            <a:ext cx="3429000" cy="95410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Đồ thị không gian trạng thái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tập: Đồ thị không gian trạng thái ≠ Cây tìm kiếm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vi-VN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vi-VN" b="1" dirty="0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vi-VN" i="1" dirty="0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vi-VN" i="1" dirty="0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400" dirty="0">
                <a:latin typeface="Calibri" pitchFamily="34" charset="0"/>
              </a:rPr>
              <a:t>Xét đồ thị gồm 4 đỉnh sau: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Lưu ý: có rất nhiều cấu trúc bị lặp lại trong cây tìm kiếm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400" dirty="0">
                <a:latin typeface="Calibri" pitchFamily="34" charset="0"/>
              </a:rPr>
              <a:t>Độ sâu cây tìm kiếm xuất phát từ S?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Tìm kiếm trên cây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3669325" y="3614614"/>
            <a:ext cx="5030176" cy="2170723"/>
          </a:xfrm>
          <a:custGeom>
            <a:avLst/>
            <a:gdLst>
              <a:gd name="connsiteX0" fmla="*/ 542192 w 4618893"/>
              <a:gd name="connsiteY0" fmla="*/ 1100505 h 2384182"/>
              <a:gd name="connsiteX1" fmla="*/ 14654 w 4618893"/>
              <a:gd name="connsiteY1" fmla="*/ 1698382 h 2384182"/>
              <a:gd name="connsiteX2" fmla="*/ 454269 w 4618893"/>
              <a:gd name="connsiteY2" fmla="*/ 2287466 h 2384182"/>
              <a:gd name="connsiteX3" fmla="*/ 2036885 w 4618893"/>
              <a:gd name="connsiteY3" fmla="*/ 2225920 h 2384182"/>
              <a:gd name="connsiteX4" fmla="*/ 2256692 w 4618893"/>
              <a:gd name="connsiteY4" fmla="*/ 1337897 h 2384182"/>
              <a:gd name="connsiteX5" fmla="*/ 2916115 w 4618893"/>
              <a:gd name="connsiteY5" fmla="*/ 1170843 h 2384182"/>
              <a:gd name="connsiteX6" fmla="*/ 3223846 w 4618893"/>
              <a:gd name="connsiteY6" fmla="*/ 2155582 h 2384182"/>
              <a:gd name="connsiteX7" fmla="*/ 4437185 w 4618893"/>
              <a:gd name="connsiteY7" fmla="*/ 2111620 h 2384182"/>
              <a:gd name="connsiteX8" fmla="*/ 4314092 w 4618893"/>
              <a:gd name="connsiteY8" fmla="*/ 907074 h 2384182"/>
              <a:gd name="connsiteX9" fmla="*/ 2898531 w 4618893"/>
              <a:gd name="connsiteY9" fmla="*/ 89389 h 2384182"/>
              <a:gd name="connsiteX10" fmla="*/ 1843454 w 4618893"/>
              <a:gd name="connsiteY10" fmla="*/ 370743 h 2384182"/>
              <a:gd name="connsiteX11" fmla="*/ 1852246 w 4618893"/>
              <a:gd name="connsiteY11" fmla="*/ 1100505 h 2384182"/>
              <a:gd name="connsiteX12" fmla="*/ 542192 w 4618893"/>
              <a:gd name="connsiteY12" fmla="*/ 1100505 h 2384182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916115 w 4618893"/>
              <a:gd name="connsiteY5" fmla="*/ 936381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883877 w 4618893"/>
              <a:gd name="connsiteY5" fmla="*/ 1384789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883877 w 4618893"/>
              <a:gd name="connsiteY5" fmla="*/ 1384789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960077 w 4618893"/>
              <a:gd name="connsiteY5" fmla="*/ 1537190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95839 h 2170723"/>
              <a:gd name="connsiteX1" fmla="*/ 14654 w 4618893"/>
              <a:gd name="connsiteY1" fmla="*/ 1493716 h 2170723"/>
              <a:gd name="connsiteX2" fmla="*/ 454269 w 4618893"/>
              <a:gd name="connsiteY2" fmla="*/ 2082800 h 2170723"/>
              <a:gd name="connsiteX3" fmla="*/ 2036885 w 4618893"/>
              <a:gd name="connsiteY3" fmla="*/ 2021254 h 2170723"/>
              <a:gd name="connsiteX4" fmla="*/ 2350477 w 4618893"/>
              <a:gd name="connsiteY4" fmla="*/ 1566985 h 2170723"/>
              <a:gd name="connsiteX5" fmla="*/ 2960077 w 4618893"/>
              <a:gd name="connsiteY5" fmla="*/ 1566986 h 2170723"/>
              <a:gd name="connsiteX6" fmla="*/ 3223846 w 4618893"/>
              <a:gd name="connsiteY6" fmla="*/ 1950916 h 2170723"/>
              <a:gd name="connsiteX7" fmla="*/ 4437185 w 4618893"/>
              <a:gd name="connsiteY7" fmla="*/ 1906954 h 2170723"/>
              <a:gd name="connsiteX8" fmla="*/ 4314092 w 4618893"/>
              <a:gd name="connsiteY8" fmla="*/ 702408 h 2170723"/>
              <a:gd name="connsiteX9" fmla="*/ 2807677 w 4618893"/>
              <a:gd name="connsiteY9" fmla="*/ 881186 h 2170723"/>
              <a:gd name="connsiteX10" fmla="*/ 2655277 w 4618893"/>
              <a:gd name="connsiteY10" fmla="*/ 119185 h 2170723"/>
              <a:gd name="connsiteX11" fmla="*/ 1843454 w 4618893"/>
              <a:gd name="connsiteY11" fmla="*/ 166077 h 2170723"/>
              <a:gd name="connsiteX12" fmla="*/ 1852246 w 4618893"/>
              <a:gd name="connsiteY12" fmla="*/ 895839 h 2170723"/>
              <a:gd name="connsiteX13" fmla="*/ 542192 w 4618893"/>
              <a:gd name="connsiteY13" fmla="*/ 895839 h 2170723"/>
              <a:gd name="connsiteX0" fmla="*/ 542192 w 4755662"/>
              <a:gd name="connsiteY0" fmla="*/ 895839 h 2170723"/>
              <a:gd name="connsiteX1" fmla="*/ 14654 w 4755662"/>
              <a:gd name="connsiteY1" fmla="*/ 1493716 h 2170723"/>
              <a:gd name="connsiteX2" fmla="*/ 454269 w 4755662"/>
              <a:gd name="connsiteY2" fmla="*/ 2082800 h 2170723"/>
              <a:gd name="connsiteX3" fmla="*/ 2036885 w 4755662"/>
              <a:gd name="connsiteY3" fmla="*/ 2021254 h 2170723"/>
              <a:gd name="connsiteX4" fmla="*/ 2350477 w 4755662"/>
              <a:gd name="connsiteY4" fmla="*/ 1566985 h 2170723"/>
              <a:gd name="connsiteX5" fmla="*/ 2960077 w 4755662"/>
              <a:gd name="connsiteY5" fmla="*/ 1566986 h 2170723"/>
              <a:gd name="connsiteX6" fmla="*/ 3223846 w 4755662"/>
              <a:gd name="connsiteY6" fmla="*/ 1950916 h 2170723"/>
              <a:gd name="connsiteX7" fmla="*/ 4437185 w 4755662"/>
              <a:gd name="connsiteY7" fmla="*/ 1906954 h 2170723"/>
              <a:gd name="connsiteX8" fmla="*/ 4484077 w 4755662"/>
              <a:gd name="connsiteY8" fmla="*/ 957386 h 2170723"/>
              <a:gd name="connsiteX9" fmla="*/ 2807677 w 4755662"/>
              <a:gd name="connsiteY9" fmla="*/ 881186 h 2170723"/>
              <a:gd name="connsiteX10" fmla="*/ 2655277 w 4755662"/>
              <a:gd name="connsiteY10" fmla="*/ 119185 h 2170723"/>
              <a:gd name="connsiteX11" fmla="*/ 1843454 w 4755662"/>
              <a:gd name="connsiteY11" fmla="*/ 166077 h 2170723"/>
              <a:gd name="connsiteX12" fmla="*/ 1852246 w 4755662"/>
              <a:gd name="connsiteY12" fmla="*/ 895839 h 2170723"/>
              <a:gd name="connsiteX13" fmla="*/ 542192 w 4755662"/>
              <a:gd name="connsiteY13" fmla="*/ 895839 h 2170723"/>
              <a:gd name="connsiteX0" fmla="*/ 542192 w 4984261"/>
              <a:gd name="connsiteY0" fmla="*/ 895839 h 2170723"/>
              <a:gd name="connsiteX1" fmla="*/ 14654 w 4984261"/>
              <a:gd name="connsiteY1" fmla="*/ 1493716 h 2170723"/>
              <a:gd name="connsiteX2" fmla="*/ 454269 w 4984261"/>
              <a:gd name="connsiteY2" fmla="*/ 2082800 h 2170723"/>
              <a:gd name="connsiteX3" fmla="*/ 2036885 w 4984261"/>
              <a:gd name="connsiteY3" fmla="*/ 2021254 h 2170723"/>
              <a:gd name="connsiteX4" fmla="*/ 2350477 w 4984261"/>
              <a:gd name="connsiteY4" fmla="*/ 1566985 h 2170723"/>
              <a:gd name="connsiteX5" fmla="*/ 2960077 w 4984261"/>
              <a:gd name="connsiteY5" fmla="*/ 1566986 h 2170723"/>
              <a:gd name="connsiteX6" fmla="*/ 3223846 w 4984261"/>
              <a:gd name="connsiteY6" fmla="*/ 1950916 h 2170723"/>
              <a:gd name="connsiteX7" fmla="*/ 4437185 w 4984261"/>
              <a:gd name="connsiteY7" fmla="*/ 1906954 h 2170723"/>
              <a:gd name="connsiteX8" fmla="*/ 4712676 w 4984261"/>
              <a:gd name="connsiteY8" fmla="*/ 957386 h 2170723"/>
              <a:gd name="connsiteX9" fmla="*/ 2807677 w 4984261"/>
              <a:gd name="connsiteY9" fmla="*/ 881186 h 2170723"/>
              <a:gd name="connsiteX10" fmla="*/ 2655277 w 4984261"/>
              <a:gd name="connsiteY10" fmla="*/ 119185 h 2170723"/>
              <a:gd name="connsiteX11" fmla="*/ 1843454 w 4984261"/>
              <a:gd name="connsiteY11" fmla="*/ 166077 h 2170723"/>
              <a:gd name="connsiteX12" fmla="*/ 1852246 w 4984261"/>
              <a:gd name="connsiteY12" fmla="*/ 895839 h 2170723"/>
              <a:gd name="connsiteX13" fmla="*/ 542192 w 4984261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7 w 5030176"/>
              <a:gd name="connsiteY4" fmla="*/ 1566985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5 w 5030176"/>
              <a:gd name="connsiteY5" fmla="*/ 14145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30176" h="2170723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5650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Romania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600200"/>
            <a:ext cx="7315200" cy="4379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Cây tìm kiếm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4267200"/>
            <a:ext cx="9067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dirty="0"/>
              <a:t>Tìm kiếm:</a:t>
            </a:r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Mở rộng các kế hoạch (đại diện bởi các nút của cây)</a:t>
            </a:r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Quản lý vùng “rìa” hoặc “biên” tìm kiếm bao gồm các kế hoạch đang quan tâm</a:t>
            </a:r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Mở rộng càng ít càng tốt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3" y="1690687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Thuật toán tìm kiếm tổng quát</a:t>
            </a:r>
            <a:endParaRPr lang="vi-V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4114799"/>
            <a:ext cx="7315200" cy="2362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Các điểm cần chú ý: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Biên tìm kiếm (fringe, frontier)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Mở rộng biên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Chiến lược khám phá</a:t>
            </a:r>
          </a:p>
          <a:p>
            <a:pPr lvl="3">
              <a:lnSpc>
                <a:spcPct val="80000"/>
              </a:lnSpc>
            </a:pPr>
            <a:endParaRPr lang="vi-VN" sz="16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Câu hỏi: Nốt biên nào cần được khám phá?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0139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Ví dụ: Tìm kiếm trên cây</a:t>
            </a:r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-1059" y="34290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4491037" y="1355725"/>
            <a:ext cx="3205163" cy="1768475"/>
            <a:chOff x="816" y="1056"/>
            <a:chExt cx="4176" cy="2304"/>
          </a:xfrm>
        </p:grpSpPr>
        <p:grpSp>
          <p:nvGrpSpPr>
            <p:cNvPr id="16389" name="Group 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6391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S</a:t>
                </a:r>
              </a:p>
            </p:txBody>
          </p:sp>
          <p:sp>
            <p:nvSpPr>
              <p:cNvPr id="16392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G</a:t>
                </a:r>
              </a:p>
            </p:txBody>
          </p:sp>
          <p:sp>
            <p:nvSpPr>
              <p:cNvPr id="16393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d</a:t>
                </a:r>
              </a:p>
            </p:txBody>
          </p:sp>
          <p:sp>
            <p:nvSpPr>
              <p:cNvPr id="16394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b</a:t>
                </a:r>
              </a:p>
            </p:txBody>
          </p:sp>
          <p:sp>
            <p:nvSpPr>
              <p:cNvPr id="16395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p</a:t>
                </a:r>
              </a:p>
            </p:txBody>
          </p:sp>
          <p:sp>
            <p:nvSpPr>
              <p:cNvPr id="16396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q</a:t>
                </a:r>
              </a:p>
            </p:txBody>
          </p:sp>
          <p:sp>
            <p:nvSpPr>
              <p:cNvPr id="16397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c</a:t>
                </a:r>
              </a:p>
            </p:txBody>
          </p:sp>
          <p:sp>
            <p:nvSpPr>
              <p:cNvPr id="16398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e</a:t>
                </a:r>
              </a:p>
            </p:txBody>
          </p:sp>
          <p:sp>
            <p:nvSpPr>
              <p:cNvPr id="16399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h</a:t>
                </a:r>
              </a:p>
            </p:txBody>
          </p:sp>
          <p:sp>
            <p:nvSpPr>
              <p:cNvPr id="16400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a</a:t>
                </a:r>
              </a:p>
            </p:txBody>
          </p:sp>
          <p:sp>
            <p:nvSpPr>
              <p:cNvPr id="16401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f</a:t>
                </a:r>
              </a:p>
            </p:txBody>
          </p:sp>
          <p:sp>
            <p:nvSpPr>
              <p:cNvPr id="16402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r</a:t>
                </a:r>
              </a:p>
            </p:txBody>
          </p:sp>
          <p:cxnSp>
            <p:nvCxnSpPr>
              <p:cNvPr id="16403" name="AutoShape 18"/>
              <p:cNvCxnSpPr>
                <a:cxnSpLocks noChangeShapeType="1"/>
                <a:stCxn id="16391" idx="5"/>
                <a:endCxn id="16395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4" name="AutoShape 19"/>
              <p:cNvCxnSpPr>
                <a:cxnSpLocks noChangeShapeType="1"/>
                <a:stCxn id="16395" idx="5"/>
                <a:endCxn id="16396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5" name="AutoShape 20"/>
              <p:cNvCxnSpPr>
                <a:cxnSpLocks noChangeShapeType="1"/>
                <a:stCxn id="16399" idx="3"/>
                <a:endCxn id="16396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6" name="AutoShape 21"/>
              <p:cNvCxnSpPr>
                <a:cxnSpLocks noChangeShapeType="1"/>
                <a:stCxn id="16399" idx="2"/>
                <a:endCxn id="16395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7" name="AutoShape 22"/>
              <p:cNvCxnSpPr>
                <a:cxnSpLocks noChangeShapeType="1"/>
                <a:stCxn id="16398" idx="4"/>
                <a:endCxn id="16399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8" name="AutoShape 23"/>
              <p:cNvCxnSpPr>
                <a:cxnSpLocks noChangeShapeType="1"/>
                <a:stCxn id="16398" idx="5"/>
                <a:endCxn id="16402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9" name="AutoShape 24"/>
              <p:cNvCxnSpPr>
                <a:cxnSpLocks noChangeShapeType="1"/>
                <a:stCxn id="16402" idx="0"/>
                <a:endCxn id="16401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0" name="AutoShape 25"/>
              <p:cNvCxnSpPr>
                <a:cxnSpLocks noChangeShapeType="1"/>
                <a:stCxn id="16401" idx="0"/>
                <a:endCxn id="16392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1" name="AutoShape 26"/>
              <p:cNvCxnSpPr>
                <a:cxnSpLocks noChangeShapeType="1"/>
                <a:stCxn id="16391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2" name="AutoShape 27"/>
              <p:cNvCxnSpPr>
                <a:cxnSpLocks noChangeShapeType="1"/>
                <a:stCxn id="16393" idx="1"/>
                <a:endCxn id="16394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3" name="AutoShape 28"/>
              <p:cNvCxnSpPr>
                <a:cxnSpLocks noChangeShapeType="1"/>
                <a:endCxn id="16400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4" name="AutoShape 29"/>
              <p:cNvCxnSpPr>
                <a:cxnSpLocks noChangeShapeType="1"/>
                <a:stCxn id="16397" idx="2"/>
                <a:endCxn id="16400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5" name="AutoShape 30"/>
              <p:cNvCxnSpPr>
                <a:cxnSpLocks noChangeShapeType="1"/>
                <a:stCxn id="16393" idx="7"/>
                <a:endCxn id="16397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6" name="AutoShape 31"/>
              <p:cNvCxnSpPr>
                <a:cxnSpLocks noChangeShapeType="1"/>
                <a:stCxn id="16393" idx="6"/>
                <a:endCxn id="16398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7" name="AutoShape 32"/>
              <p:cNvCxnSpPr>
                <a:cxnSpLocks noChangeShapeType="1"/>
                <a:stCxn id="16401" idx="1"/>
                <a:endCxn id="16397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8" name="AutoShape 33"/>
              <p:cNvCxnSpPr>
                <a:cxnSpLocks noChangeShapeType="1"/>
                <a:stCxn id="16391" idx="6"/>
                <a:endCxn id="16398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6390" name="AutoShape 34"/>
            <p:cNvCxnSpPr>
              <a:cxnSpLocks noChangeShapeType="1"/>
              <a:stCxn id="16396" idx="6"/>
              <a:endCxn id="16402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415" y="320040"/>
            <a:ext cx="7800850" cy="58521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Tìm kiếm theo chiều sâu (DFS)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Tìm kiếm theo chiều sâu (DFS)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sz="1600"/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3835400" y="3738563"/>
            <a:ext cx="248920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305176" y="4241801"/>
            <a:ext cx="557213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3835401" y="4232277"/>
            <a:ext cx="160339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309943" y="4725988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000506" y="4743451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3832225" y="4256089"/>
            <a:ext cx="995363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4432306" y="4732339"/>
            <a:ext cx="398463" cy="203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233865" y="5253044"/>
            <a:ext cx="219075" cy="2111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238630" y="5797551"/>
            <a:ext cx="3175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endParaRPr lang="vi-VN" sz="1200"/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5333180" y="2835275"/>
            <a:ext cx="807272" cy="30480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062538" y="2591572"/>
            <a:ext cx="1299841" cy="456433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6362702" y="2316463"/>
            <a:ext cx="412751" cy="42832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20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4745037" y="1676401"/>
            <a:ext cx="712789" cy="502091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021262" y="1401763"/>
            <a:ext cx="611188" cy="319088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5682429" y="1646237"/>
            <a:ext cx="807272" cy="532259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r>
              <a:rPr lang="vi-VN" sz="1500" i="1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5316538" y="1408117"/>
            <a:ext cx="855337" cy="389758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500" i="1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6186488" y="1655767"/>
            <a:ext cx="1143767" cy="583895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500" i="1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4824413" y="4733930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4438653" y="5254630"/>
            <a:ext cx="258763" cy="214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138743" y="5253040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129213" y="5791201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4918076" y="5792788"/>
            <a:ext cx="212725" cy="163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4900618" y="6280154"/>
            <a:ext cx="7937" cy="1730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142037" y="34798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3730630" y="397351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6524630" y="39068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8269288" y="392271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167063" y="44529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3867156" y="44529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4687888" y="44354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165481" y="50085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003805" y="49736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089405" y="5511805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114805" y="60166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4994281" y="5521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256213" y="60356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165481" y="5000630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167063" y="4445005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3867156" y="4445005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089405" y="55038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10686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500" i="1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381001" y="1371602"/>
            <a:ext cx="2743200" cy="106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Chiến lược: mở rộng nút sâu nhất trong cây</a:t>
            </a:r>
          </a:p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Cài đặt: Biên = Ngăn xếp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4000" dirty="0"/>
              <a:t>Các tính chất của thuật toán tìm kiếm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8975" y="1443038"/>
            <a:ext cx="5838824" cy="4410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73281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4000" dirty="0"/>
              <a:t>Các tính chất của thuật toán tìm kiếm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06400" y="1295402"/>
            <a:ext cx="11379200" cy="4729164"/>
          </a:xfrm>
        </p:spPr>
        <p:txBody>
          <a:bodyPr/>
          <a:lstStyle/>
          <a:p>
            <a:r>
              <a:rPr lang="vi-VN" sz="2400" dirty="0">
                <a:solidFill>
                  <a:srgbClr val="FF0000"/>
                </a:solidFill>
              </a:rPr>
              <a:t>Đầy đủ</a:t>
            </a:r>
            <a:r>
              <a:rPr lang="vi-VN" sz="2400" dirty="0"/>
              <a:t>: Luôn tìm được giải pháp nếu tồn tại ?</a:t>
            </a:r>
          </a:p>
          <a:p>
            <a:r>
              <a:rPr lang="vi-VN" sz="2400" dirty="0">
                <a:solidFill>
                  <a:srgbClr val="FF0000"/>
                </a:solidFill>
              </a:rPr>
              <a:t>Tối ưu</a:t>
            </a:r>
            <a:r>
              <a:rPr lang="vi-VN" sz="2400" dirty="0"/>
              <a:t>: Đảm bảo tìm được giải pháp có chi phí tốt nhất ?</a:t>
            </a:r>
          </a:p>
          <a:p>
            <a:r>
              <a:rPr lang="vi-VN" sz="2400" dirty="0">
                <a:solidFill>
                  <a:srgbClr val="FF0000"/>
                </a:solidFill>
              </a:rPr>
              <a:t>Độ phức tạp thời gian </a:t>
            </a:r>
            <a:r>
              <a:rPr lang="vi-VN" sz="2400" dirty="0"/>
              <a:t>?</a:t>
            </a:r>
          </a:p>
          <a:p>
            <a:r>
              <a:rPr lang="vi-VN" sz="2400" dirty="0">
                <a:solidFill>
                  <a:srgbClr val="FF0000"/>
                </a:solidFill>
              </a:rPr>
              <a:t>Độ phức tạp không gian </a:t>
            </a:r>
            <a:r>
              <a:rPr lang="vi-VN" sz="2400" dirty="0"/>
              <a:t>?</a:t>
            </a:r>
          </a:p>
          <a:p>
            <a:pPr lvl="1"/>
            <a:endParaRPr lang="vi-VN" sz="2000" dirty="0"/>
          </a:p>
          <a:p>
            <a:r>
              <a:rPr lang="vi-VN" sz="2400" dirty="0"/>
              <a:t>Các yếu tố của cây tìm kiếm:</a:t>
            </a:r>
          </a:p>
          <a:p>
            <a:pPr lvl="1"/>
            <a:r>
              <a:rPr lang="vi-VN" sz="2000" dirty="0"/>
              <a:t>b: hệ số </a:t>
            </a:r>
            <a:r>
              <a:rPr lang="vi-VN" sz="2000" dirty="0">
                <a:solidFill>
                  <a:srgbClr val="FF0000"/>
                </a:solidFill>
              </a:rPr>
              <a:t>rẽ nhánh</a:t>
            </a:r>
          </a:p>
          <a:p>
            <a:pPr lvl="1"/>
            <a:r>
              <a:rPr lang="vi-VN" sz="2000" dirty="0"/>
              <a:t>m: </a:t>
            </a:r>
            <a:r>
              <a:rPr lang="vi-VN" sz="2000" dirty="0">
                <a:solidFill>
                  <a:srgbClr val="FF0000"/>
                </a:solidFill>
              </a:rPr>
              <a:t>độ sâu </a:t>
            </a:r>
            <a:r>
              <a:rPr lang="vi-VN" sz="2000" dirty="0"/>
              <a:t>lớn nhất</a:t>
            </a:r>
          </a:p>
          <a:p>
            <a:pPr lvl="1"/>
            <a:r>
              <a:rPr lang="vi-VN" sz="2000" dirty="0"/>
              <a:t>Giải pháp có thể nằm ở các độ sâu khác nhau</a:t>
            </a:r>
          </a:p>
          <a:p>
            <a:pPr lvl="1"/>
            <a:endParaRPr lang="vi-VN" sz="2000" dirty="0"/>
          </a:p>
          <a:p>
            <a:r>
              <a:rPr lang="vi-VN" sz="2400" dirty="0"/>
              <a:t>Số lượng nút trong cây tìm kiếm?</a:t>
            </a:r>
          </a:p>
          <a:p>
            <a:pPr lvl="1"/>
            <a:r>
              <a:rPr lang="vi-VN" sz="2000" dirty="0"/>
              <a:t>1 + b + b</a:t>
            </a:r>
            <a:r>
              <a:rPr lang="vi-VN" sz="2000" baseline="30000" dirty="0"/>
              <a:t>2</a:t>
            </a:r>
            <a:r>
              <a:rPr lang="vi-VN" sz="2000" dirty="0"/>
              <a:t> + …. b</a:t>
            </a:r>
            <a:r>
              <a:rPr lang="vi-VN" sz="2000" baseline="30000" dirty="0"/>
              <a:t>m</a:t>
            </a:r>
            <a:r>
              <a:rPr lang="vi-VN" sz="2000" dirty="0"/>
              <a:t> = O(b</a:t>
            </a:r>
            <a:r>
              <a:rPr lang="vi-VN" sz="2000" baseline="30000" dirty="0"/>
              <a:t>m</a:t>
            </a:r>
            <a:r>
              <a:rPr lang="vi-VN" sz="2000" dirty="0"/>
              <a:t>)</a:t>
            </a:r>
          </a:p>
          <a:p>
            <a:endParaRPr lang="vi-VN" sz="2400" dirty="0"/>
          </a:p>
        </p:txBody>
      </p:sp>
      <p:sp>
        <p:nvSpPr>
          <p:cNvPr id="6" name="Freeform 30"/>
          <p:cNvSpPr>
            <a:spLocks/>
          </p:cNvSpPr>
          <p:nvPr/>
        </p:nvSpPr>
        <p:spPr bwMode="auto">
          <a:xfrm>
            <a:off x="6737351" y="276384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6" tIns="45718" rIns="91436" bIns="45718"/>
          <a:lstStyle/>
          <a:p>
            <a:endParaRPr lang="vi-VN" dirty="0"/>
          </a:p>
        </p:txBody>
      </p:sp>
      <p:sp>
        <p:nvSpPr>
          <p:cNvPr id="7" name="Oval 31"/>
          <p:cNvSpPr>
            <a:spLocks noChangeArrowheads="1"/>
          </p:cNvSpPr>
          <p:nvPr/>
        </p:nvSpPr>
        <p:spPr bwMode="auto"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7989890" y="2970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…</a:t>
            </a:r>
          </a:p>
        </p:txBody>
      </p:sp>
      <p:sp>
        <p:nvSpPr>
          <p:cNvPr id="11" name="Freeform 35"/>
          <p:cNvSpPr>
            <a:spLocks/>
          </p:cNvSpPr>
          <p:nvPr/>
        </p:nvSpPr>
        <p:spPr bwMode="auto">
          <a:xfrm>
            <a:off x="7972427" y="2924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6" tIns="45718" rIns="91436" bIns="45718"/>
          <a:lstStyle/>
          <a:p>
            <a:endParaRPr lang="vi-VN" dirty="0"/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374061" y="2722565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9801225" y="2574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1 nút</a:t>
            </a: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9802814" y="292893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 nút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9802814" y="3340100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2</a:t>
            </a:r>
            <a:r>
              <a:rPr lang="vi-VN" dirty="0"/>
              <a:t> nút</a:t>
            </a:r>
          </a:p>
        </p:txBody>
      </p: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9817102" y="496570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m</a:t>
            </a:r>
            <a:r>
              <a:rPr lang="vi-VN" dirty="0"/>
              <a:t> nút</a:t>
            </a: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18" name="Oval 42"/>
          <p:cNvSpPr>
            <a:spLocks noChangeArrowheads="1"/>
          </p:cNvSpPr>
          <p:nvPr/>
        </p:nvSpPr>
        <p:spPr bwMode="auto"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21" name="AutoShape 45"/>
          <p:cNvSpPr>
            <a:spLocks/>
          </p:cNvSpPr>
          <p:nvPr/>
        </p:nvSpPr>
        <p:spPr bwMode="auto">
          <a:xfrm>
            <a:off x="6305551" y="2514603"/>
            <a:ext cx="265112" cy="2811463"/>
          </a:xfrm>
          <a:prstGeom prst="leftBrace">
            <a:avLst>
              <a:gd name="adj1" fmla="val 8837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235576" y="3725865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m tầng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253999" y="1366836"/>
            <a:ext cx="6815138" cy="4729164"/>
          </a:xfrm>
        </p:spPr>
        <p:txBody>
          <a:bodyPr/>
          <a:lstStyle/>
          <a:p>
            <a:r>
              <a:rPr lang="vi-VN" sz="2400" dirty="0"/>
              <a:t>DFS mở rộng các nút nào trong cây ?</a:t>
            </a:r>
          </a:p>
          <a:p>
            <a:pPr lvl="1"/>
            <a:r>
              <a:rPr lang="vi-VN" sz="2000" dirty="0"/>
              <a:t>Các nhánh bên trái của cây.</a:t>
            </a:r>
          </a:p>
          <a:p>
            <a:pPr lvl="1"/>
            <a:r>
              <a:rPr lang="vi-VN" sz="2000" dirty="0"/>
              <a:t>Có thể duyệt toàn bộ cây !</a:t>
            </a:r>
          </a:p>
          <a:p>
            <a:pPr lvl="1"/>
            <a:r>
              <a:rPr lang="vi-VN" sz="2000" dirty="0"/>
              <a:t>Nếu m hữu hạn, cần O(b</a:t>
            </a:r>
            <a:r>
              <a:rPr lang="vi-VN" sz="2000" baseline="30000" dirty="0"/>
              <a:t>m</a:t>
            </a:r>
            <a:r>
              <a:rPr lang="vi-VN" sz="2000" dirty="0"/>
              <a:t>) bước</a:t>
            </a:r>
          </a:p>
          <a:p>
            <a:pPr lvl="3"/>
            <a:endParaRPr lang="vi-VN" sz="1200" dirty="0"/>
          </a:p>
          <a:p>
            <a:r>
              <a:rPr lang="vi-VN" sz="2400" dirty="0"/>
              <a:t>Bộ nhớ cho biên tìm kiếm ?</a:t>
            </a:r>
          </a:p>
          <a:p>
            <a:pPr lvl="1"/>
            <a:r>
              <a:rPr lang="vi-VN" sz="2000" dirty="0"/>
              <a:t>Chỉ lưu các anh em của các nút dọc theo kế hoạch đang xét </a:t>
            </a:r>
            <a:r>
              <a:rPr lang="vi-VN" sz="2000" dirty="0">
                <a:sym typeface="Wingdings" pitchFamily="2" charset="2"/>
              </a:rPr>
              <a:t></a:t>
            </a:r>
            <a:r>
              <a:rPr lang="vi-VN" sz="2000" dirty="0"/>
              <a:t> O(bm)</a:t>
            </a:r>
          </a:p>
          <a:p>
            <a:pPr lvl="3"/>
            <a:endParaRPr lang="vi-VN" sz="1200" dirty="0"/>
          </a:p>
          <a:p>
            <a:r>
              <a:rPr lang="vi-VN" sz="2400" dirty="0"/>
              <a:t>Đầy đủ ?</a:t>
            </a:r>
          </a:p>
          <a:p>
            <a:pPr lvl="1"/>
            <a:r>
              <a:rPr lang="vi-VN" sz="2000" dirty="0"/>
              <a:t>Do m có thể vô hạn </a:t>
            </a:r>
            <a:r>
              <a:rPr lang="vi-VN" sz="2000" dirty="0">
                <a:sym typeface="Wingdings" pitchFamily="2" charset="2"/>
              </a:rPr>
              <a:t> chỉ đầy đủ khi loại bỏ được chu trình</a:t>
            </a:r>
            <a:endParaRPr lang="vi-VN" sz="2000" dirty="0"/>
          </a:p>
          <a:p>
            <a:pPr lvl="3"/>
            <a:endParaRPr lang="vi-VN" sz="1200" dirty="0"/>
          </a:p>
          <a:p>
            <a:r>
              <a:rPr lang="vi-VN" sz="2400" dirty="0"/>
              <a:t>Tối ưu ?</a:t>
            </a:r>
          </a:p>
          <a:p>
            <a:pPr lvl="1"/>
            <a:r>
              <a:rPr lang="vi-VN" sz="2000" dirty="0"/>
              <a:t>Không, DFS tìm được mục tiêu bên trái nhất trong cây</a:t>
            </a:r>
          </a:p>
          <a:p>
            <a:pPr lvl="1"/>
            <a:endParaRPr lang="vi-VN" sz="2000" dirty="0"/>
          </a:p>
        </p:txBody>
      </p:sp>
      <p:sp>
        <p:nvSpPr>
          <p:cNvPr id="29" name="Freeform 47"/>
          <p:cNvSpPr>
            <a:spLocks/>
          </p:cNvSpPr>
          <p:nvPr/>
        </p:nvSpPr>
        <p:spPr bwMode="auto">
          <a:xfrm>
            <a:off x="7348535" y="2003423"/>
            <a:ext cx="1906588" cy="2554288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0000"/>
              <a:gd name="connsiteY0" fmla="*/ 10000 h 10000"/>
              <a:gd name="connsiteX1" fmla="*/ 10000 w 10000"/>
              <a:gd name="connsiteY1" fmla="*/ 9975 h 10000"/>
              <a:gd name="connsiteX2" fmla="*/ 9018 w 10000"/>
              <a:gd name="connsiteY2" fmla="*/ 4388 h 10000"/>
              <a:gd name="connsiteX3" fmla="*/ 7619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Tính chất của DFS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2655888" y="2262188"/>
              <a:ext cx="2927350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3586" name="Oval 31"/>
            <p:cNvSpPr>
              <a:spLocks noChangeArrowheads="1"/>
            </p:cNvSpPr>
            <p:nvPr/>
          </p:nvSpPr>
          <p:spPr bwMode="auto"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587" name="Oval 32"/>
            <p:cNvSpPr>
              <a:spLocks noChangeArrowheads="1"/>
            </p:cNvSpPr>
            <p:nvPr/>
          </p:nvSpPr>
          <p:spPr bwMode="auto"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588" name="Oval 33"/>
            <p:cNvSpPr>
              <a:spLocks noChangeArrowheads="1"/>
            </p:cNvSpPr>
            <p:nvPr/>
          </p:nvSpPr>
          <p:spPr bwMode="auto"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>
              <a:off x="3908425" y="2468563"/>
              <a:ext cx="2746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…</a:t>
              </a:r>
            </a:p>
          </p:txBody>
        </p:sp>
        <p:sp>
          <p:nvSpPr>
            <p:cNvPr id="23590" name="Freeform 35"/>
            <p:cNvSpPr>
              <a:spLocks/>
            </p:cNvSpPr>
            <p:nvPr/>
          </p:nvSpPr>
          <p:spPr bwMode="auto">
            <a:xfrm>
              <a:off x="3890963" y="2422525"/>
              <a:ext cx="444500" cy="88900"/>
            </a:xfrm>
            <a:custGeom>
              <a:avLst/>
              <a:gdLst>
                <a:gd name="T0" fmla="*/ 0 w 280"/>
                <a:gd name="T1" fmla="*/ 2147483647 h 56"/>
                <a:gd name="T2" fmla="*/ 2147483647 w 280"/>
                <a:gd name="T3" fmla="*/ 2147483647 h 56"/>
                <a:gd name="T4" fmla="*/ 2147483647 w 280"/>
                <a:gd name="T5" fmla="*/ 0 h 56"/>
                <a:gd name="T6" fmla="*/ 0 60000 65536"/>
                <a:gd name="T7" fmla="*/ 0 60000 65536"/>
                <a:gd name="T8" fmla="*/ 0 60000 65536"/>
                <a:gd name="T9" fmla="*/ 0 w 280"/>
                <a:gd name="T10" fmla="*/ 0 h 56"/>
                <a:gd name="T11" fmla="*/ 280 w 280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3591" name="Text Box 36"/>
            <p:cNvSpPr txBox="1">
              <a:spLocks noChangeArrowheads="1"/>
            </p:cNvSpPr>
            <p:nvPr/>
          </p:nvSpPr>
          <p:spPr bwMode="auto">
            <a:xfrm>
              <a:off x="4292599" y="2220913"/>
              <a:ext cx="2984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b</a:t>
              </a:r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5719763" y="2073275"/>
              <a:ext cx="11191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1 nút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5721350" y="2427287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b nút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5721350" y="2838450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b</a:t>
              </a:r>
              <a:r>
                <a:rPr lang="vi-VN" baseline="30000" dirty="0"/>
                <a:t>2</a:t>
              </a:r>
              <a:r>
                <a:rPr lang="vi-VN" dirty="0"/>
                <a:t> nút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5735638" y="4464050"/>
              <a:ext cx="146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b</a:t>
              </a:r>
              <a:r>
                <a:rPr lang="vi-VN" baseline="30000" dirty="0"/>
                <a:t>m</a:t>
              </a:r>
              <a:r>
                <a:rPr lang="vi-VN" dirty="0"/>
                <a:t> nút</a:t>
              </a:r>
            </a:p>
          </p:txBody>
        </p:sp>
        <p:sp>
          <p:nvSpPr>
            <p:cNvPr id="23596" name="Oval 41"/>
            <p:cNvSpPr>
              <a:spLocks noChangeArrowheads="1"/>
            </p:cNvSpPr>
            <p:nvPr/>
          </p:nvSpPr>
          <p:spPr bwMode="auto"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600" name="AutoShape 45"/>
            <p:cNvSpPr>
              <a:spLocks/>
            </p:cNvSpPr>
            <p:nvPr/>
          </p:nvSpPr>
          <p:spPr bwMode="auto">
            <a:xfrm>
              <a:off x="2224088" y="2012950"/>
              <a:ext cx="265112" cy="2811463"/>
            </a:xfrm>
            <a:prstGeom prst="leftBrace">
              <a:avLst>
                <a:gd name="adj1" fmla="val 883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601" name="Text Box 46"/>
            <p:cNvSpPr txBox="1">
              <a:spLocks noChangeArrowheads="1"/>
            </p:cNvSpPr>
            <p:nvPr/>
          </p:nvSpPr>
          <p:spPr bwMode="auto">
            <a:xfrm>
              <a:off x="1328738" y="3224213"/>
              <a:ext cx="12652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m tầng</a:t>
              </a:r>
            </a:p>
          </p:txBody>
        </p:sp>
      </p:grpSp>
      <p:sp>
        <p:nvSpPr>
          <p:cNvPr id="31" name="Freeform 47"/>
          <p:cNvSpPr>
            <a:spLocks/>
          </p:cNvSpPr>
          <p:nvPr/>
        </p:nvSpPr>
        <p:spPr bwMode="auto">
          <a:xfrm>
            <a:off x="7389813" y="2057317"/>
            <a:ext cx="1373163" cy="2478171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32" name="Freeform 47"/>
          <p:cNvSpPr>
            <a:spLocks/>
          </p:cNvSpPr>
          <p:nvPr/>
        </p:nvSpPr>
        <p:spPr bwMode="auto">
          <a:xfrm>
            <a:off x="7389840" y="2057403"/>
            <a:ext cx="1373179" cy="2514599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8890 w 16352"/>
              <a:gd name="connsiteY2" fmla="*/ 4305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2" h="10147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33" name="Oval 41"/>
          <p:cNvSpPr>
            <a:spLocks noChangeArrowheads="1"/>
          </p:cNvSpPr>
          <p:nvPr/>
        </p:nvSpPr>
        <p:spPr bwMode="auto"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1" grpId="1" animBg="1"/>
      <p:bldP spid="32" grpId="0" animBg="1"/>
      <p:bldP spid="3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Tìm kiếm theo chiều rộng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3600" y="457200"/>
            <a:ext cx="7804800" cy="585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(BFS)</a:t>
            </a:r>
            <a:endParaRPr lang="vi-VN" dirty="0"/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sz="1600"/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 i="1"/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600"/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/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dirty="0"/>
                <a:t>Search</a:t>
              </a:r>
            </a:p>
            <a:p>
              <a:pPr algn="ctr">
                <a:spcBef>
                  <a:spcPct val="50000"/>
                </a:spcBef>
              </a:pPr>
              <a:r>
                <a:rPr lang="vi-VN" dirty="0"/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3808411" y="40211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6629402" y="3976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8380411" y="39909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278184" y="45212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3952878" y="45132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4799011" y="451326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6243635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6945311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8378828" y="4505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268660" y="50514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2" y="3371851"/>
            <a:ext cx="12192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376237" y="1371602"/>
            <a:ext cx="2562663" cy="106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Strategy: Mở rộng nút nông nhất trong cây</a:t>
            </a:r>
          </a:p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Cài đặt: Biên = Hàng đợi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8526461" y="2038351"/>
            <a:ext cx="541339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7939088" y="2020890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8077200" y="2038349"/>
            <a:ext cx="1447800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8305803" y="2038349"/>
            <a:ext cx="990599" cy="781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Tính chất của BFS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97003"/>
            <a:ext cx="5689600" cy="4729164"/>
          </a:xfrm>
        </p:spPr>
        <p:txBody>
          <a:bodyPr/>
          <a:lstStyle/>
          <a:p>
            <a:r>
              <a:rPr lang="vi-VN" sz="2400" dirty="0"/>
              <a:t>BFS mở rộng các nút nào ?</a:t>
            </a:r>
          </a:p>
          <a:p>
            <a:pPr lvl="1"/>
            <a:r>
              <a:rPr lang="vi-VN" sz="2000" dirty="0"/>
              <a:t>Các kế hoạch ngắn hơn giải pháp</a:t>
            </a:r>
          </a:p>
          <a:p>
            <a:pPr lvl="1"/>
            <a:r>
              <a:rPr lang="vi-VN" sz="2000" dirty="0"/>
              <a:t>Nếu giải pháp ngắn nhất ở độ sâu s</a:t>
            </a:r>
          </a:p>
          <a:p>
            <a:pPr lvl="1"/>
            <a:r>
              <a:rPr lang="vi-VN" sz="2000" dirty="0"/>
              <a:t>Độ phức tạp thời gian O(b</a:t>
            </a:r>
            <a:r>
              <a:rPr lang="vi-VN" sz="2000" baseline="30000" dirty="0"/>
              <a:t>s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Bộ nhớ cho biên ?</a:t>
            </a:r>
          </a:p>
          <a:p>
            <a:pPr lvl="1"/>
            <a:r>
              <a:rPr lang="vi-VN" sz="2000" dirty="0"/>
              <a:t>Phải lưu toàn bộ tầng trước </a:t>
            </a:r>
            <a:r>
              <a:rPr lang="vi-VN" sz="2000" dirty="0">
                <a:sym typeface="Wingdings" pitchFamily="2" charset="2"/>
              </a:rPr>
              <a:t> </a:t>
            </a:r>
            <a:r>
              <a:rPr lang="vi-VN" sz="2000" dirty="0"/>
              <a:t>O(b</a:t>
            </a:r>
            <a:r>
              <a:rPr lang="vi-VN" sz="2000" baseline="30000" dirty="0"/>
              <a:t>s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Đầy đủ ?</a:t>
            </a:r>
          </a:p>
          <a:p>
            <a:pPr lvl="1"/>
            <a:r>
              <a:rPr lang="vi-VN" sz="2000" dirty="0"/>
              <a:t>Nếu có giải pháp </a:t>
            </a:r>
            <a:r>
              <a:rPr lang="vi-VN" sz="2000" dirty="0">
                <a:sym typeface="Wingdings" pitchFamily="2" charset="2"/>
              </a:rPr>
              <a:t> s hữu hạn  Đầy đủ </a:t>
            </a:r>
            <a:r>
              <a:rPr lang="vi-VN" sz="2000" dirty="0"/>
              <a:t>!</a:t>
            </a:r>
          </a:p>
          <a:p>
            <a:pPr lvl="2"/>
            <a:endParaRPr lang="vi-VN" sz="800" dirty="0"/>
          </a:p>
          <a:p>
            <a:r>
              <a:rPr lang="vi-VN" sz="2400" dirty="0"/>
              <a:t>Tối ưu ?</a:t>
            </a:r>
          </a:p>
          <a:p>
            <a:pPr lvl="1"/>
            <a:r>
              <a:rPr lang="vi-VN" sz="2000" dirty="0"/>
              <a:t>Nếu chi phí hành động = 1</a:t>
            </a:r>
          </a:p>
          <a:p>
            <a:endParaRPr lang="vi-VN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7346954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8599491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8582026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983664" y="196056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10410828" y="1812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1 nút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10412414" y="2166935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 nút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0412414" y="257809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2</a:t>
            </a:r>
            <a:r>
              <a:rPr lang="vi-VN" dirty="0"/>
              <a:t> nút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10426702" y="4203699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m</a:t>
            </a:r>
            <a:r>
              <a:rPr lang="vi-VN" dirty="0"/>
              <a:t> nút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6915149" y="1752602"/>
            <a:ext cx="265112" cy="1684337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5905503" y="2392362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s tầng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10401302" y="317976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s</a:t>
            </a:r>
            <a:r>
              <a:rPr lang="vi-VN" dirty="0"/>
              <a:t> nút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802818" grpId="0" animBg="1"/>
      <p:bldP spid="35" grpId="0" animBg="1"/>
      <p:bldP spid="35" grpId="1" animBg="1"/>
      <p:bldP spid="37" grpId="0" animBg="1"/>
      <p:bldP spid="37" grpId="1" animBg="1"/>
      <p:bldP spid="24631" grpId="0" animBg="1"/>
      <p:bldP spid="24632" grpId="0"/>
      <p:bldP spid="246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Bài tập: DFS và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979" y="1619074"/>
            <a:ext cx="4723641" cy="3543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2779" y="1619535"/>
            <a:ext cx="4723641" cy="35427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672395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Bài tập: DFS và BFS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971800" y="1397003"/>
            <a:ext cx="8813800" cy="4729164"/>
          </a:xfrm>
        </p:spPr>
        <p:txBody>
          <a:bodyPr/>
          <a:lstStyle/>
          <a:p>
            <a:pPr eaLnBrk="1" hangingPunct="1"/>
            <a:endParaRPr lang="vi-VN" dirty="0"/>
          </a:p>
          <a:p>
            <a:pPr eaLnBrk="1" hangingPunct="1"/>
            <a:r>
              <a:rPr lang="vi-VN" dirty="0"/>
              <a:t>Khi nào BFS tốt hơn DFS?</a:t>
            </a:r>
          </a:p>
          <a:p>
            <a:pPr eaLnBrk="1" hangingPunct="1"/>
            <a:endParaRPr lang="vi-VN" dirty="0"/>
          </a:p>
          <a:p>
            <a:pPr eaLnBrk="1" hangingPunct="1"/>
            <a:endParaRPr lang="vi-VN" dirty="0"/>
          </a:p>
          <a:p>
            <a:pPr eaLnBrk="1" hangingPunct="1"/>
            <a:r>
              <a:rPr lang="vi-VN" dirty="0"/>
              <a:t>Khi nào DFS tốt hơn BFS?</a:t>
            </a:r>
          </a:p>
        </p:txBody>
      </p:sp>
      <p:sp>
        <p:nvSpPr>
          <p:cNvPr id="25604" name="TextBox 26"/>
          <p:cNvSpPr txBox="1">
            <a:spLocks noChangeArrowheads="1"/>
          </p:cNvSpPr>
          <p:nvPr/>
        </p:nvSpPr>
        <p:spPr bwMode="auto">
          <a:xfrm>
            <a:off x="8458200" y="6488672"/>
            <a:ext cx="3733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vi-VN">
                <a:solidFill>
                  <a:srgbClr val="C00000"/>
                </a:solidFill>
              </a:rPr>
              <a:t>[Demo: dfs/bfs maze water (L2D6)]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Ví dụ: Maze Water DFS/BFS (part 1)</a:t>
            </a:r>
          </a:p>
        </p:txBody>
      </p:sp>
      <p:pic>
        <p:nvPicPr>
          <p:cNvPr id="3" name="MazeWater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24894" y="1130247"/>
            <a:ext cx="7542213" cy="55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Maze Water DFS/BFS (part 2)</a:t>
            </a:r>
          </a:p>
        </p:txBody>
      </p:sp>
      <p:pic>
        <p:nvPicPr>
          <p:cNvPr id="4" name="MazeWater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24049" y="1128999"/>
            <a:ext cx="7543902" cy="55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2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Tìm kiếm độ sâu tăng dần</a:t>
            </a:r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406399" y="1397003"/>
            <a:ext cx="8201021" cy="4729164"/>
          </a:xfrm>
        </p:spPr>
        <p:txBody>
          <a:bodyPr/>
          <a:lstStyle/>
          <a:p>
            <a:r>
              <a:rPr lang="vi-VN" sz="2800" dirty="0"/>
              <a:t>Ý tưởng: Bộ nhớ của DFS + thời gian của BFS</a:t>
            </a:r>
          </a:p>
          <a:p>
            <a:pPr lvl="1"/>
            <a:r>
              <a:rPr lang="vi-VN" sz="2400" dirty="0"/>
              <a:t>Chạy DFS với giới hạn độ sâu = 1, nếu không có giải pháp…</a:t>
            </a:r>
          </a:p>
          <a:p>
            <a:pPr lvl="1"/>
            <a:r>
              <a:rPr lang="vi-VN" sz="2400" dirty="0"/>
              <a:t>Chạy DFS với giới hạn độ sâu = 2, nếu không có giải pháp…</a:t>
            </a:r>
          </a:p>
          <a:p>
            <a:pPr lvl="1"/>
            <a:r>
              <a:rPr lang="vi-VN" sz="2400" dirty="0"/>
              <a:t>Chạy DFS với giới hạn độ sâu = 3, …</a:t>
            </a:r>
          </a:p>
          <a:p>
            <a:pPr lvl="1"/>
            <a:endParaRPr lang="vi-VN" sz="2400" dirty="0"/>
          </a:p>
          <a:p>
            <a:r>
              <a:rPr lang="vi-VN" sz="2800" dirty="0"/>
              <a:t>Liệu có phí phạm ?</a:t>
            </a:r>
          </a:p>
          <a:p>
            <a:pPr lvl="1"/>
            <a:r>
              <a:rPr lang="vi-VN" sz="2400" dirty="0"/>
              <a:t>Do chủ yếu thời gian chạy nằm ở tầng dưới cùng nên không phí quá nhiều 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Tìm kiếm dựa trên chi phí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486401"/>
            <a:ext cx="12192000" cy="1227139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vi-VN" sz="2400" dirty="0"/>
              <a:t>BFS tìm được kế hoạch ngắn nhất (theo số lượng hành động).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vi-VN" sz="2400" dirty="0"/>
              <a:t>BFS không tìm kế hoạch có chi phí nhỏ nhất.  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27672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/>
                  <a:t>START</a:t>
                </a:r>
              </a:p>
            </p:txBody>
          </p:sp>
          <p:sp>
            <p:nvSpPr>
              <p:cNvPr id="27673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600"/>
                  <a:t>GOAL</a:t>
                </a:r>
              </a:p>
            </p:txBody>
          </p:sp>
          <p:sp>
            <p:nvSpPr>
              <p:cNvPr id="27674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d</a:t>
                </a:r>
              </a:p>
            </p:txBody>
          </p:sp>
          <p:sp>
            <p:nvSpPr>
              <p:cNvPr id="27675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b</a:t>
                </a:r>
              </a:p>
            </p:txBody>
          </p:sp>
          <p:sp>
            <p:nvSpPr>
              <p:cNvPr id="27676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p</a:t>
                </a:r>
              </a:p>
            </p:txBody>
          </p:sp>
          <p:sp>
            <p:nvSpPr>
              <p:cNvPr id="27677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q</a:t>
                </a:r>
              </a:p>
            </p:txBody>
          </p:sp>
          <p:sp>
            <p:nvSpPr>
              <p:cNvPr id="27678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c</a:t>
                </a:r>
              </a:p>
            </p:txBody>
          </p:sp>
          <p:sp>
            <p:nvSpPr>
              <p:cNvPr id="27679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e</a:t>
                </a:r>
              </a:p>
            </p:txBody>
          </p:sp>
          <p:sp>
            <p:nvSpPr>
              <p:cNvPr id="27680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h</a:t>
                </a:r>
              </a:p>
            </p:txBody>
          </p:sp>
          <p:sp>
            <p:nvSpPr>
              <p:cNvPr id="27681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a</a:t>
                </a:r>
              </a:p>
            </p:txBody>
          </p:sp>
          <p:sp>
            <p:nvSpPr>
              <p:cNvPr id="27682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f</a:t>
                </a:r>
              </a:p>
            </p:txBody>
          </p:sp>
          <p:sp>
            <p:nvSpPr>
              <p:cNvPr id="27683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r</a:t>
                </a:r>
              </a:p>
            </p:txBody>
          </p:sp>
          <p:cxnSp>
            <p:nvCxnSpPr>
              <p:cNvPr id="27684" name="AutoShape 18"/>
              <p:cNvCxnSpPr>
                <a:cxnSpLocks noChangeShapeType="1"/>
                <a:stCxn id="27672" idx="5"/>
                <a:endCxn id="27676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5" name="AutoShape 19"/>
              <p:cNvCxnSpPr>
                <a:cxnSpLocks noChangeShapeType="1"/>
                <a:stCxn id="27676" idx="5"/>
                <a:endCxn id="27677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6" name="AutoShape 20"/>
              <p:cNvCxnSpPr>
                <a:cxnSpLocks noChangeShapeType="1"/>
                <a:stCxn id="27680" idx="3"/>
                <a:endCxn id="27677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7" name="AutoShape 21"/>
              <p:cNvCxnSpPr>
                <a:cxnSpLocks noChangeShapeType="1"/>
                <a:stCxn id="27680" idx="2"/>
                <a:endCxn id="27676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8" name="AutoShape 22"/>
              <p:cNvCxnSpPr>
                <a:cxnSpLocks noChangeShapeType="1"/>
                <a:stCxn id="27679" idx="4"/>
                <a:endCxn id="27680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9" name="AutoShape 23"/>
              <p:cNvCxnSpPr>
                <a:cxnSpLocks noChangeShapeType="1"/>
                <a:stCxn id="27679" idx="5"/>
                <a:endCxn id="27683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0" name="AutoShape 24"/>
              <p:cNvCxnSpPr>
                <a:cxnSpLocks noChangeShapeType="1"/>
                <a:stCxn id="27683" idx="0"/>
                <a:endCxn id="27682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1" name="AutoShape 25"/>
              <p:cNvCxnSpPr>
                <a:cxnSpLocks noChangeShapeType="1"/>
                <a:stCxn id="27682" idx="0"/>
                <a:endCxn id="27673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2" name="AutoShape 26"/>
              <p:cNvCxnSpPr>
                <a:cxnSpLocks noChangeShapeType="1"/>
                <a:stCxn id="27672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3" name="AutoShape 27"/>
              <p:cNvCxnSpPr>
                <a:cxnSpLocks noChangeShapeType="1"/>
                <a:stCxn id="27674" idx="1"/>
                <a:endCxn id="27675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4" name="AutoShape 28"/>
              <p:cNvCxnSpPr>
                <a:cxnSpLocks noChangeShapeType="1"/>
                <a:endCxn id="27681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5" name="AutoShape 29"/>
              <p:cNvCxnSpPr>
                <a:cxnSpLocks noChangeShapeType="1"/>
                <a:stCxn id="27678" idx="2"/>
                <a:endCxn id="27681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6" name="AutoShape 30"/>
              <p:cNvCxnSpPr>
                <a:cxnSpLocks noChangeShapeType="1"/>
                <a:stCxn id="27674" idx="7"/>
                <a:endCxn id="27678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7" name="AutoShape 31"/>
              <p:cNvCxnSpPr>
                <a:cxnSpLocks noChangeShapeType="1"/>
                <a:stCxn id="27674" idx="6"/>
                <a:endCxn id="27679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8" name="AutoShape 32"/>
              <p:cNvCxnSpPr>
                <a:cxnSpLocks noChangeShapeType="1"/>
                <a:stCxn id="27682" idx="1"/>
                <a:endCxn id="27678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9" name="AutoShape 33"/>
              <p:cNvCxnSpPr>
                <a:cxnSpLocks noChangeShapeType="1"/>
                <a:stCxn id="27672" idx="6"/>
                <a:endCxn id="27679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7654" name="Text Box 34"/>
            <p:cNvSpPr txBox="1">
              <a:spLocks noChangeArrowheads="1"/>
            </p:cNvSpPr>
            <p:nvPr/>
          </p:nvSpPr>
          <p:spPr bwMode="auto">
            <a:xfrm>
              <a:off x="1440" y="91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55" name="Text Box 35"/>
            <p:cNvSpPr txBox="1">
              <a:spLocks noChangeArrowheads="1"/>
            </p:cNvSpPr>
            <p:nvPr/>
          </p:nvSpPr>
          <p:spPr bwMode="auto">
            <a:xfrm>
              <a:off x="2544" y="196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9</a:t>
              </a:r>
            </a:p>
          </p:txBody>
        </p:sp>
        <p:sp>
          <p:nvSpPr>
            <p:cNvPr id="27656" name="Text Box 36"/>
            <p:cNvSpPr txBox="1">
              <a:spLocks noChangeArrowheads="1"/>
            </p:cNvSpPr>
            <p:nvPr/>
          </p:nvSpPr>
          <p:spPr bwMode="auto">
            <a:xfrm>
              <a:off x="4032" y="2016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57" name="Text Box 37"/>
            <p:cNvSpPr txBox="1">
              <a:spLocks noChangeArrowheads="1"/>
            </p:cNvSpPr>
            <p:nvPr/>
          </p:nvSpPr>
          <p:spPr bwMode="auto">
            <a:xfrm>
              <a:off x="2449" y="1440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8</a:t>
              </a:r>
            </a:p>
          </p:txBody>
        </p:sp>
        <p:sp>
          <p:nvSpPr>
            <p:cNvPr id="27658" name="Text Box 38"/>
            <p:cNvSpPr txBox="1">
              <a:spLocks noChangeArrowheads="1"/>
            </p:cNvSpPr>
            <p:nvPr/>
          </p:nvSpPr>
          <p:spPr bwMode="auto">
            <a:xfrm>
              <a:off x="1728" y="144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1</a:t>
              </a:r>
            </a:p>
          </p:txBody>
        </p:sp>
        <p:sp>
          <p:nvSpPr>
            <p:cNvPr id="27659" name="Text Box 39"/>
            <p:cNvSpPr txBox="1">
              <a:spLocks noChangeArrowheads="1"/>
            </p:cNvSpPr>
            <p:nvPr/>
          </p:nvSpPr>
          <p:spPr bwMode="auto">
            <a:xfrm>
              <a:off x="3648" y="1968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8</a:t>
              </a:r>
            </a:p>
          </p:txBody>
        </p:sp>
        <p:sp>
          <p:nvSpPr>
            <p:cNvPr id="27660" name="Text Box 40"/>
            <p:cNvSpPr txBox="1">
              <a:spLocks noChangeArrowheads="1"/>
            </p:cNvSpPr>
            <p:nvPr/>
          </p:nvSpPr>
          <p:spPr bwMode="auto">
            <a:xfrm>
              <a:off x="2592" y="96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61" name="Text Box 41"/>
            <p:cNvSpPr txBox="1">
              <a:spLocks noChangeArrowheads="1"/>
            </p:cNvSpPr>
            <p:nvPr/>
          </p:nvSpPr>
          <p:spPr bwMode="auto">
            <a:xfrm>
              <a:off x="1344" y="1824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3</a:t>
              </a:r>
            </a:p>
          </p:txBody>
        </p:sp>
        <p:sp>
          <p:nvSpPr>
            <p:cNvPr id="27662" name="Text Box 42"/>
            <p:cNvSpPr txBox="1">
              <a:spLocks noChangeArrowheads="1"/>
            </p:cNvSpPr>
            <p:nvPr/>
          </p:nvSpPr>
          <p:spPr bwMode="auto">
            <a:xfrm>
              <a:off x="451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63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vi-VN"/>
            </a:p>
          </p:txBody>
        </p:sp>
        <p:sp>
          <p:nvSpPr>
            <p:cNvPr id="27664" name="Text Box 44"/>
            <p:cNvSpPr txBox="1">
              <a:spLocks noChangeArrowheads="1"/>
            </p:cNvSpPr>
            <p:nvPr/>
          </p:nvSpPr>
          <p:spPr bwMode="auto">
            <a:xfrm>
              <a:off x="3024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4</a:t>
              </a:r>
            </a:p>
          </p:txBody>
        </p:sp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235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4</a:t>
              </a:r>
            </a:p>
          </p:txBody>
        </p:sp>
        <p:sp>
          <p:nvSpPr>
            <p:cNvPr id="27666" name="Text Box 46"/>
            <p:cNvSpPr txBox="1">
              <a:spLocks noChangeArrowheads="1"/>
            </p:cNvSpPr>
            <p:nvPr/>
          </p:nvSpPr>
          <p:spPr bwMode="auto">
            <a:xfrm>
              <a:off x="2208" y="2640"/>
              <a:ext cx="28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15</a:t>
              </a:r>
            </a:p>
          </p:txBody>
        </p: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1248" y="235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1</a:t>
              </a:r>
            </a:p>
          </p:txBody>
        </p:sp>
        <p:sp>
          <p:nvSpPr>
            <p:cNvPr id="27668" name="Text Box 48"/>
            <p:cNvSpPr txBox="1">
              <a:spLocks noChangeArrowheads="1"/>
            </p:cNvSpPr>
            <p:nvPr/>
          </p:nvSpPr>
          <p:spPr bwMode="auto">
            <a:xfrm>
              <a:off x="4080" y="124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3</a:t>
              </a:r>
            </a:p>
          </p:txBody>
        </p:sp>
        <p:sp>
          <p:nvSpPr>
            <p:cNvPr id="27669" name="Text Box 49"/>
            <p:cNvSpPr txBox="1">
              <a:spLocks noChangeArrowheads="1"/>
            </p:cNvSpPr>
            <p:nvPr/>
          </p:nvSpPr>
          <p:spPr bwMode="auto">
            <a:xfrm>
              <a:off x="4704" y="13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cxnSp>
          <p:nvCxnSpPr>
            <p:cNvPr id="27670" name="AutoShape 50"/>
            <p:cNvCxnSpPr>
              <a:cxnSpLocks noChangeShapeType="1"/>
              <a:stCxn id="27677" idx="6"/>
              <a:endCxn id="27683" idx="2"/>
            </p:cNvCxnSpPr>
            <p:nvPr/>
          </p:nvCxnSpPr>
          <p:spPr bwMode="auto">
            <a:xfrm flipV="1">
              <a:off x="2918" y="2707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sp>
          <p:nvSpPr>
            <p:cNvPr id="27671" name="Text Box 51"/>
            <p:cNvSpPr txBox="1">
              <a:spLocks noChangeArrowheads="1"/>
            </p:cNvSpPr>
            <p:nvPr/>
          </p:nvSpPr>
          <p:spPr bwMode="auto">
            <a:xfrm>
              <a:off x="2929" y="1632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Tìm kiếm Chi phí đều (UCS)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5520" y="54864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Tìm kiếm Chi phí đều (UCS)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sz="1600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3" y="32766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45230" y="342741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627815" y="385445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8372480" y="38703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381002" y="1447800"/>
            <a:ext cx="29289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/>
              <a:t>Chiến lược: Mở rộng nút có chi phí nhỏ nhất</a:t>
            </a:r>
          </a:p>
          <a:p>
            <a:pPr>
              <a:spcBef>
                <a:spcPct val="50000"/>
              </a:spcBef>
            </a:pPr>
            <a:r>
              <a:rPr lang="vi-VN" i="1"/>
              <a:t>Cài đặt: Biên = hàng đợi ưu tiên (chi phí nhỏ nhất)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267201" y="38687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024689" y="379888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734429" y="3795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8388356" y="43815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759829" y="4303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3960815" y="43973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4789488" y="438943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3565529" y="4354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154489" y="45069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084765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257556" y="4945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437063" y="49180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113339" y="4926011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387977" y="4862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4686301" y="486886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111756" y="5453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376865" y="53975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375280" y="59817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641977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481513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4860930" y="5962653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954839" y="43846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53163" y="438308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488113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7204077" y="43164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550029" y="3352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3554413" y="486727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035549" y="12192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467353" y="28511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1909765" y="3613147"/>
            <a:ext cx="396875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914401" y="4827588"/>
            <a:ext cx="1158875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9144001" y="1828801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9296401" y="1828802"/>
            <a:ext cx="1371600" cy="19048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907589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Tính chất của UCS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66838"/>
            <a:ext cx="7366000" cy="4729164"/>
          </a:xfrm>
        </p:spPr>
        <p:txBody>
          <a:bodyPr/>
          <a:lstStyle/>
          <a:p>
            <a:r>
              <a:rPr lang="vi-VN" sz="2400" dirty="0"/>
              <a:t>UCS mở rộng các nút nào ?</a:t>
            </a:r>
          </a:p>
          <a:p>
            <a:pPr lvl="1"/>
            <a:r>
              <a:rPr lang="vi-VN" sz="2000" dirty="0"/>
              <a:t>Các nút có chi phí thấp hơn giải pháp !</a:t>
            </a:r>
          </a:p>
          <a:p>
            <a:pPr lvl="1"/>
            <a:r>
              <a:rPr lang="vi-VN" sz="2000" dirty="0"/>
              <a:t>Nếu giải pháp có chi phí </a:t>
            </a:r>
            <a:r>
              <a:rPr lang="vi-VN" sz="2000" i="1" dirty="0">
                <a:latin typeface="Times New Roman" pitchFamily="18" charset="0"/>
              </a:rPr>
              <a:t>C* </a:t>
            </a:r>
            <a:r>
              <a:rPr lang="vi-VN" sz="2000" dirty="0"/>
              <a:t>và hành động có chi phí thấp nhất là </a:t>
            </a:r>
            <a:r>
              <a:rPr lang="vi-VN" sz="2000" i="1" dirty="0">
                <a:latin typeface="Times New Roman" pitchFamily="18" charset="0"/>
                <a:sym typeface="Symbol" pitchFamily="18" charset="2"/>
              </a:rPr>
              <a:t> </a:t>
            </a:r>
            <a:r>
              <a:rPr lang="vi-VN" sz="2000" i="1" dirty="0">
                <a:sym typeface="Symbol" pitchFamily="18" charset="2"/>
              </a:rPr>
              <a:t>,</a:t>
            </a:r>
            <a:r>
              <a:rPr lang="vi-VN" sz="20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vi-VN" sz="2000" dirty="0">
                <a:sym typeface="Symbol" pitchFamily="18" charset="2"/>
              </a:rPr>
              <a:t>thì độ sâu hiệu quả là </a:t>
            </a:r>
            <a:r>
              <a:rPr lang="vi-VN" sz="2000" i="1" dirty="0">
                <a:latin typeface="Times New Roman" pitchFamily="18" charset="0"/>
              </a:rPr>
              <a:t>C*/</a:t>
            </a:r>
            <a:r>
              <a:rPr lang="vi-VN" sz="2000" i="1" dirty="0">
                <a:latin typeface="Times New Roman" pitchFamily="18" charset="0"/>
                <a:sym typeface="Symbol" pitchFamily="18" charset="2"/>
              </a:rPr>
              <a:t></a:t>
            </a:r>
            <a:endParaRPr lang="vi-VN" sz="2000" dirty="0"/>
          </a:p>
          <a:p>
            <a:pPr lvl="1"/>
            <a:r>
              <a:rPr lang="vi-VN" sz="2000" dirty="0"/>
              <a:t>Độ phức tạp thời gian O(b</a:t>
            </a:r>
            <a:r>
              <a:rPr lang="vi-VN" sz="2000" i="1" baseline="30000" dirty="0">
                <a:latin typeface="Times New Roman" pitchFamily="18" charset="0"/>
              </a:rPr>
              <a:t>C*/</a:t>
            </a:r>
            <a:r>
              <a:rPr lang="vi-VN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Bộ nhớ cho biên ?</a:t>
            </a:r>
          </a:p>
          <a:p>
            <a:pPr lvl="1"/>
            <a:r>
              <a:rPr lang="vi-VN" sz="2000" dirty="0"/>
              <a:t>Phải lưu toàn bộ tầng trước </a:t>
            </a:r>
            <a:r>
              <a:rPr lang="vi-VN" sz="2000" dirty="0">
                <a:sym typeface="Wingdings" pitchFamily="2" charset="2"/>
              </a:rPr>
              <a:t></a:t>
            </a:r>
            <a:r>
              <a:rPr lang="vi-VN" sz="2000" dirty="0"/>
              <a:t> O(b</a:t>
            </a:r>
            <a:r>
              <a:rPr lang="vi-VN" sz="2000" i="1" baseline="30000" dirty="0">
                <a:latin typeface="Times New Roman" pitchFamily="18" charset="0"/>
              </a:rPr>
              <a:t>C*/</a:t>
            </a:r>
            <a:r>
              <a:rPr lang="vi-VN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Đầy đủ ?</a:t>
            </a:r>
          </a:p>
          <a:p>
            <a:pPr lvl="1"/>
            <a:r>
              <a:rPr lang="vi-VN" sz="2000" dirty="0"/>
              <a:t>Nếu giải pháp tối ưu có chi phí hữu hạn và hành động có chi phí dương </a:t>
            </a:r>
            <a:r>
              <a:rPr lang="vi-VN" sz="2000" dirty="0">
                <a:sym typeface="Wingdings" pitchFamily="2" charset="2"/>
              </a:rPr>
              <a:t> Đầy đủ</a:t>
            </a:r>
            <a:r>
              <a:rPr lang="vi-VN" sz="2000" dirty="0"/>
              <a:t> !</a:t>
            </a:r>
          </a:p>
          <a:p>
            <a:pPr lvl="2"/>
            <a:endParaRPr lang="vi-VN" sz="800" dirty="0"/>
          </a:p>
          <a:p>
            <a:r>
              <a:rPr lang="vi-VN" sz="2400" dirty="0"/>
              <a:t>Tối ưu ?</a:t>
            </a:r>
          </a:p>
          <a:p>
            <a:pPr lvl="1"/>
            <a:r>
              <a:rPr lang="vi-VN" sz="2000" dirty="0"/>
              <a:t>Tối ưu !  (Xem chứng minh của A*)</a:t>
            </a:r>
          </a:p>
          <a:p>
            <a:endParaRPr lang="vi-VN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655051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890123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9601201" y="198120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8534400" y="1828800"/>
            <a:ext cx="265112" cy="198120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239000" y="2602472"/>
            <a:ext cx="1447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 dirty="0">
                <a:latin typeface="Times New Roman" pitchFamily="18" charset="0"/>
              </a:rPr>
              <a:t>C*/</a:t>
            </a:r>
            <a:r>
              <a:rPr lang="vi-VN" i="1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vi-VN" dirty="0"/>
              <a:t>  “tầng”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9601200" y="1905162"/>
            <a:ext cx="838200" cy="12190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0995027" y="2865436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c </a:t>
            </a:r>
            <a:r>
              <a:rPr lang="vi-VN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820402" y="2470148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c </a:t>
            </a:r>
            <a:r>
              <a:rPr lang="vi-VN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0604502" y="2092324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c </a:t>
            </a:r>
            <a:r>
              <a:rPr lang="vi-VN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Các vấn đề của UCS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idx="1"/>
          </p:nvPr>
        </p:nvSpPr>
        <p:spPr>
          <a:xfrm>
            <a:off x="457203" y="1447801"/>
            <a:ext cx="6476999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UCS khám phá cây tìm kiếm theo đường đồng mức của chi phí</a:t>
            </a:r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Điểm tốt: UCS đầy đủ và tối ưu !</a:t>
            </a:r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Điểm xấu: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Khám phá các kế hoạch theo mọi hướng có thể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Không sử dụng thông tin về mục tiêu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>
              <a:lnSpc>
                <a:spcPct val="80000"/>
              </a:lnSpc>
            </a:pPr>
            <a:r>
              <a:rPr lang="vi-VN" sz="2800" dirty="0"/>
              <a:t>Chúng ta sẽ khắc phục điểm này !</a:t>
            </a:r>
          </a:p>
          <a:p>
            <a:pPr eaLnBrk="1" hangingPunct="1">
              <a:lnSpc>
                <a:spcPct val="80000"/>
              </a:lnSpc>
            </a:pPr>
            <a:endParaRPr lang="vi-VN" sz="2800" dirty="0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8893524" y="5006979"/>
            <a:ext cx="1134715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Bắt đầu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0363200" y="503079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Mục tiêu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9007479" y="454977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grpSp>
        <p:nvGrpSpPr>
          <p:cNvPr id="26" name="Group 25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31747" name="Freeform 3"/>
            <p:cNvSpPr>
              <a:spLocks/>
            </p:cNvSpPr>
            <p:nvPr/>
          </p:nvSpPr>
          <p:spPr bwMode="auto">
            <a:xfrm>
              <a:off x="8516935" y="1412876"/>
              <a:ext cx="1616075" cy="2381251"/>
            </a:xfrm>
            <a:custGeom>
              <a:avLst/>
              <a:gdLst>
                <a:gd name="T0" fmla="*/ 2147483647 w 1018"/>
                <a:gd name="T1" fmla="*/ 2147483647 h 1500"/>
                <a:gd name="T2" fmla="*/ 2147483647 w 1018"/>
                <a:gd name="T3" fmla="*/ 2147483647 h 1500"/>
                <a:gd name="T4" fmla="*/ 2147483647 w 1018"/>
                <a:gd name="T5" fmla="*/ 2147483647 h 1500"/>
                <a:gd name="T6" fmla="*/ 2147483647 w 1018"/>
                <a:gd name="T7" fmla="*/ 2147483647 h 1500"/>
                <a:gd name="T8" fmla="*/ 2147483647 w 1018"/>
                <a:gd name="T9" fmla="*/ 2147483647 h 1500"/>
                <a:gd name="T10" fmla="*/ 2147483647 w 1018"/>
                <a:gd name="T11" fmla="*/ 2147483647 h 1500"/>
                <a:gd name="T12" fmla="*/ 2147483647 w 1018"/>
                <a:gd name="T13" fmla="*/ 2147483647 h 1500"/>
                <a:gd name="T14" fmla="*/ 2147483647 w 1018"/>
                <a:gd name="T15" fmla="*/ 2147483647 h 1500"/>
                <a:gd name="T16" fmla="*/ 2147483647 w 1018"/>
                <a:gd name="T17" fmla="*/ 2147483647 h 1500"/>
                <a:gd name="T18" fmla="*/ 0 w 1018"/>
                <a:gd name="T19" fmla="*/ 2147483647 h 1500"/>
                <a:gd name="T20" fmla="*/ 2147483647 w 1018"/>
                <a:gd name="T21" fmla="*/ 2147483647 h 1500"/>
                <a:gd name="T22" fmla="*/ 2147483647 w 1018"/>
                <a:gd name="T23" fmla="*/ 2147483647 h 15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8"/>
                <a:gd name="T37" fmla="*/ 0 h 1500"/>
                <a:gd name="T38" fmla="*/ 1018 w 1018"/>
                <a:gd name="T39" fmla="*/ 1500 h 15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8" h="1500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54" name="Freeform 10"/>
            <p:cNvSpPr>
              <a:spLocks/>
            </p:cNvSpPr>
            <p:nvPr/>
          </p:nvSpPr>
          <p:spPr bwMode="auto">
            <a:xfrm>
              <a:off x="8023224" y="1560515"/>
              <a:ext cx="2927351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55" name="Oval 11"/>
            <p:cNvSpPr>
              <a:spLocks noChangeArrowheads="1"/>
            </p:cNvSpPr>
            <p:nvPr/>
          </p:nvSpPr>
          <p:spPr bwMode="auto"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56" name="Oval 12"/>
            <p:cNvSpPr>
              <a:spLocks noChangeArrowheads="1"/>
            </p:cNvSpPr>
            <p:nvPr/>
          </p:nvSpPr>
          <p:spPr bwMode="auto"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9275761" y="1766891"/>
              <a:ext cx="274639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…</a:t>
              </a:r>
            </a:p>
          </p:txBody>
        </p:sp>
        <p:sp>
          <p:nvSpPr>
            <p:cNvPr id="31758" name="Oval 14"/>
            <p:cNvSpPr>
              <a:spLocks noChangeArrowheads="1"/>
            </p:cNvSpPr>
            <p:nvPr/>
          </p:nvSpPr>
          <p:spPr bwMode="auto"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63" name="Freeform 19"/>
            <p:cNvSpPr>
              <a:spLocks/>
            </p:cNvSpPr>
            <p:nvPr/>
          </p:nvSpPr>
          <p:spPr bwMode="auto">
            <a:xfrm>
              <a:off x="8805861" y="2395539"/>
              <a:ext cx="1181100" cy="557212"/>
            </a:xfrm>
            <a:custGeom>
              <a:avLst/>
              <a:gdLst>
                <a:gd name="T0" fmla="*/ 2147483647 w 744"/>
                <a:gd name="T1" fmla="*/ 0 h 351"/>
                <a:gd name="T2" fmla="*/ 2147483647 w 744"/>
                <a:gd name="T3" fmla="*/ 2147483647 h 351"/>
                <a:gd name="T4" fmla="*/ 2147483647 w 744"/>
                <a:gd name="T5" fmla="*/ 2147483647 h 351"/>
                <a:gd name="T6" fmla="*/ 2147483647 w 744"/>
                <a:gd name="T7" fmla="*/ 2147483647 h 351"/>
                <a:gd name="T8" fmla="*/ 0 w 744"/>
                <a:gd name="T9" fmla="*/ 2147483647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351"/>
                <a:gd name="T17" fmla="*/ 744 w 744"/>
                <a:gd name="T18" fmla="*/ 351 h 3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351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64" name="Freeform 20"/>
            <p:cNvSpPr>
              <a:spLocks/>
            </p:cNvSpPr>
            <p:nvPr/>
          </p:nvSpPr>
          <p:spPr bwMode="auto">
            <a:xfrm>
              <a:off x="9061449" y="2127251"/>
              <a:ext cx="747712" cy="293688"/>
            </a:xfrm>
            <a:custGeom>
              <a:avLst/>
              <a:gdLst>
                <a:gd name="T0" fmla="*/ 2147483647 w 471"/>
                <a:gd name="T1" fmla="*/ 0 h 185"/>
                <a:gd name="T2" fmla="*/ 2147483647 w 471"/>
                <a:gd name="T3" fmla="*/ 2147483647 h 185"/>
                <a:gd name="T4" fmla="*/ 0 w 471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471"/>
                <a:gd name="T10" fmla="*/ 0 h 185"/>
                <a:gd name="T11" fmla="*/ 471 w 471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1" h="185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10299700" y="2495551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c </a:t>
              </a:r>
              <a:r>
                <a:rPr lang="vi-VN">
                  <a:sym typeface="Symbol" pitchFamily="18" charset="2"/>
                </a:rPr>
                <a:t> 3</a:t>
              </a: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10172700" y="2100263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c </a:t>
              </a:r>
              <a:r>
                <a:rPr lang="vi-VN">
                  <a:sym typeface="Symbol" pitchFamily="18" charset="2"/>
                </a:rPr>
                <a:t> 2</a:t>
              </a:r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9972673" y="1722440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c </a:t>
              </a:r>
              <a:r>
                <a:rPr lang="vi-VN">
                  <a:sym typeface="Symbol" pitchFamily="18" charset="2"/>
                </a:rPr>
                <a:t> 1</a:t>
              </a:r>
            </a:p>
          </p:txBody>
        </p:sp>
      </p:grpSp>
      <p:sp>
        <p:nvSpPr>
          <p:cNvPr id="31769" name="TextBox 26"/>
          <p:cNvSpPr txBox="1">
            <a:spLocks noChangeArrowheads="1"/>
          </p:cNvSpPr>
          <p:nvPr/>
        </p:nvSpPr>
        <p:spPr bwMode="auto">
          <a:xfrm>
            <a:off x="8467725" y="5943600"/>
            <a:ext cx="3724275" cy="923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r>
              <a:rPr lang="vi-VN">
                <a:solidFill>
                  <a:srgbClr val="C00000"/>
                </a:solidFill>
              </a:rPr>
              <a:t>[Demo: empty grid UCS (L2D5)]</a:t>
            </a:r>
          </a:p>
          <a:p>
            <a:r>
              <a:rPr lang="vi-VN">
                <a:solidFill>
                  <a:srgbClr val="C00000"/>
                </a:solidFill>
              </a:rPr>
              <a:t>[Demo: maze with deep/shallow water DFS/BFS/UCS (L2D7)]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0" grpId="0" animBg="1"/>
      <p:bldP spid="31751" grpId="0"/>
      <p:bldP spid="31752" grpId="0" animBg="1"/>
      <p:bldP spid="31753" grpId="0"/>
      <p:bldP spid="3176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UCS môi trường rỗng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0286" y="1143001"/>
            <a:ext cx="6351429" cy="53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2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800"/>
              <a:t>Ví dụ: Deep/Shallow Water --- DFS, BFS, hay UCS? (1)</a:t>
            </a:r>
          </a:p>
        </p:txBody>
      </p:sp>
      <p:pic>
        <p:nvPicPr>
          <p:cNvPr id="3" name="MazeShallowDeep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93857" y="1151450"/>
            <a:ext cx="7204286" cy="532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vi-VN" sz="2800"/>
              <a:t>Ví dụ: Deep/Shallow Water --- DFS, BFS, hay UCS? (2)</a:t>
            </a:r>
          </a:p>
        </p:txBody>
      </p:sp>
      <p:pic>
        <p:nvPicPr>
          <p:cNvPr id="2" name="MazeShallowDeep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3" y="1143001"/>
            <a:ext cx="7215715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vi-VN" sz="2800"/>
              <a:t>Ví dụ: Deep/Shallow Water --- DFS, BFS, hay UCS? (3)</a:t>
            </a:r>
          </a:p>
        </p:txBody>
      </p:sp>
      <p:pic>
        <p:nvPicPr>
          <p:cNvPr id="2" name="MazeShallowDeep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2" y="1143001"/>
            <a:ext cx="721571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Chỉ cần một cách cài đặt</a:t>
            </a:r>
          </a:p>
        </p:txBody>
      </p:sp>
      <p:sp>
        <p:nvSpPr>
          <p:cNvPr id="29711" name="Rectangle 15"/>
          <p:cNvSpPr>
            <a:spLocks noGrp="1" noChangeArrowheads="1"/>
          </p:cNvSpPr>
          <p:nvPr>
            <p:ph idx="1"/>
          </p:nvPr>
        </p:nvSpPr>
        <p:spPr>
          <a:xfrm>
            <a:off x="381000" y="1443036"/>
            <a:ext cx="5842000" cy="4729164"/>
          </a:xfrm>
        </p:spPr>
        <p:txBody>
          <a:bodyPr/>
          <a:lstStyle/>
          <a:p>
            <a:pPr eaLnBrk="1" hangingPunct="1"/>
            <a:r>
              <a:rPr lang="vi-VN" sz="2800" dirty="0"/>
              <a:t>Tất cả các thuật toán DFS, BFS, UCS chỉ khác nhau ở cách cài đặt biên</a:t>
            </a:r>
          </a:p>
          <a:p>
            <a:pPr lvl="1"/>
            <a:r>
              <a:rPr lang="vi-VN" sz="2400" dirty="0"/>
              <a:t>Có thể coi biên đều là hàng đợi ưu tiên</a:t>
            </a:r>
          </a:p>
          <a:p>
            <a:pPr lvl="1"/>
            <a:r>
              <a:rPr lang="vi-VN" sz="2400" dirty="0"/>
              <a:t>Riêng với DFS và BFS có thể tránh O(lg n) vì dùng Ngăn xếp và Hàng đợi</a:t>
            </a:r>
          </a:p>
          <a:p>
            <a:pPr lvl="1"/>
            <a:r>
              <a:rPr lang="vi-VN" sz="2400" dirty="0"/>
              <a:t>Có thể lập trình tổng quát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7900" y="1296458"/>
            <a:ext cx="5753099" cy="44746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6603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Tìm kiếm và mô hình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400" y="1524000"/>
            <a:ext cx="4699000" cy="4729164"/>
          </a:xfrm>
        </p:spPr>
        <p:txBody>
          <a:bodyPr/>
          <a:lstStyle/>
          <a:p>
            <a:r>
              <a:rPr lang="vi-VN" dirty="0"/>
              <a:t>Tìm kiếm sử dụng mô hình của môi trường / thế giới</a:t>
            </a:r>
          </a:p>
          <a:p>
            <a:pPr lvl="1"/>
            <a:r>
              <a:rPr lang="vi-VN" dirty="0"/>
              <a:t>Tác tử không thực sự thực hiện hành động trong thế giới thực</a:t>
            </a:r>
          </a:p>
          <a:p>
            <a:pPr lvl="1"/>
            <a:r>
              <a:rPr lang="vi-VN" dirty="0"/>
              <a:t>Quá trình lập kế hoạch diễn ra trong “mô phỏng”</a:t>
            </a:r>
          </a:p>
          <a:p>
            <a:pPr lvl="1"/>
            <a:r>
              <a:rPr lang="vi-VN" dirty="0"/>
              <a:t>Tìm kiếm bị giới hạn bởi mô hình …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5391" y="1532614"/>
            <a:ext cx="6552150" cy="45547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Sai lầm của tìm kiếm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814084" name="Picture 4" descr="A Dead 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4800600" cy="383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4085" name="Picture 5" descr="msn-navigation-trondheim-haugesund"/>
          <p:cNvPicPr>
            <a:picLocks noChangeAspect="1" noChangeArrowheads="1"/>
          </p:cNvPicPr>
          <p:nvPr/>
        </p:nvPicPr>
        <p:blipFill>
          <a:blip r:embed="rId3" cstate="print"/>
          <a:srcRect t="53906"/>
          <a:stretch>
            <a:fillRect/>
          </a:stretch>
        </p:blipFill>
        <p:spPr bwMode="auto">
          <a:xfrm>
            <a:off x="6934200" y="1371600"/>
            <a:ext cx="43815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6997" y="2134187"/>
            <a:ext cx="6474205" cy="27115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Some Hints for P1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570037"/>
            <a:ext cx="10210800" cy="4525963"/>
          </a:xfrm>
        </p:spPr>
        <p:txBody>
          <a:bodyPr/>
          <a:lstStyle/>
          <a:p>
            <a:pPr eaLnBrk="1" hangingPunct="1"/>
            <a:r>
              <a:rPr lang="en-US" sz="2800" dirty="0"/>
              <a:t>Graph search is almost always better than tree search (when not?)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Implement your closed list as a </a:t>
            </a:r>
            <a:r>
              <a:rPr lang="en-US" sz="2800" dirty="0" err="1"/>
              <a:t>dict</a:t>
            </a:r>
            <a:r>
              <a:rPr lang="en-US" sz="2800" dirty="0"/>
              <a:t> or set!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Nodes are conceptually paths, but better to represent with a state, cost, last action, and reference to the parent node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37575</TotalTime>
  <Words>2787</Words>
  <Application>Microsoft Macintosh PowerPoint</Application>
  <PresentationFormat>Widescreen</PresentationFormat>
  <Paragraphs>621</Paragraphs>
  <Slides>54</Slides>
  <Notes>13</Notes>
  <HiddenSlides>2</HiddenSlides>
  <MMClips>10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Times New Roman</vt:lpstr>
      <vt:lpstr>Wingdings</vt:lpstr>
      <vt:lpstr>dan-berkeley-nlp-v1</vt:lpstr>
      <vt:lpstr>Photo Editor Photo</vt:lpstr>
      <vt:lpstr>Announcements</vt:lpstr>
      <vt:lpstr>INT3401: Trí tuệ nhân tạo </vt:lpstr>
      <vt:lpstr>Nội dung</vt:lpstr>
      <vt:lpstr>Tác tử lập kế hoạch</vt:lpstr>
      <vt:lpstr>Tác tử phản xạ</vt:lpstr>
      <vt:lpstr>Ví dụ: Tác tử lập kế hoạch phản xạ</vt:lpstr>
      <vt:lpstr>Ví dụ: Tác tử lập kế hoạch phản xạ không tốt</vt:lpstr>
      <vt:lpstr>Tác tử lập kế hoạch</vt:lpstr>
      <vt:lpstr>Ví dụ: Lập lại kế hoạch</vt:lpstr>
      <vt:lpstr>Ví dụ: Lập kế hoạch tối ưu</vt:lpstr>
      <vt:lpstr>Bài toán tìm kiếm</vt:lpstr>
      <vt:lpstr>Bài toán tìm kiếm</vt:lpstr>
      <vt:lpstr>Bài toán tìm kiếm = Mô hình về môi trường</vt:lpstr>
      <vt:lpstr>Ví dụ: Giao thông ở Romania</vt:lpstr>
      <vt:lpstr>Không gian trạng thái</vt:lpstr>
      <vt:lpstr>Kích thước của không gian trạng thái</vt:lpstr>
      <vt:lpstr>Bài tập: Đường đi an toàn</vt:lpstr>
      <vt:lpstr>Đồ thị không gian trạng thái và cây tìm kiếm</vt:lpstr>
      <vt:lpstr>Đồ thị không gian trạng thái</vt:lpstr>
      <vt:lpstr>Đồ thị không gian trạng thái</vt:lpstr>
      <vt:lpstr>Cây tìm kiếm</vt:lpstr>
      <vt:lpstr>Đồ thị không gian trạng thái ≠ Cây tìm kiếm</vt:lpstr>
      <vt:lpstr>Bài tập: Đồ thị không gian trạng thái ≠ Cây tìm kiếm</vt:lpstr>
      <vt:lpstr>Tìm kiếm trên cây</vt:lpstr>
      <vt:lpstr>Ví dụ: Romania</vt:lpstr>
      <vt:lpstr>Cây tìm kiếm</vt:lpstr>
      <vt:lpstr>Thuật toán tìm kiếm tổng quát</vt:lpstr>
      <vt:lpstr>Ví dụ: Tìm kiếm trên cây</vt:lpstr>
      <vt:lpstr>Tìm kiếm theo chiều sâu (DFS)</vt:lpstr>
      <vt:lpstr>Tìm kiếm theo chiều sâu (DFS)</vt:lpstr>
      <vt:lpstr>Các tính chất của thuật toán tìm kiếm</vt:lpstr>
      <vt:lpstr>Các tính chất của thuật toán tìm kiếm</vt:lpstr>
      <vt:lpstr>Tính chất của DFS</vt:lpstr>
      <vt:lpstr>Tìm kiếm theo chiều rộng (BFS)</vt:lpstr>
      <vt:lpstr>Tìm kiếm theo chiều rộng (BFS)</vt:lpstr>
      <vt:lpstr>Tính chất của BFS</vt:lpstr>
      <vt:lpstr>Bài tập: DFS và BFS</vt:lpstr>
      <vt:lpstr>Bài tập: DFS và BFS</vt:lpstr>
      <vt:lpstr>Ví dụ: Maze Water DFS/BFS (part 1)</vt:lpstr>
      <vt:lpstr>Ví dụ: Maze Water DFS/BFS (part 2)</vt:lpstr>
      <vt:lpstr>Tìm kiếm độ sâu tăng dần</vt:lpstr>
      <vt:lpstr>Tìm kiếm dựa trên chi phí</vt:lpstr>
      <vt:lpstr>Tìm kiếm Chi phí đều (UCS)</vt:lpstr>
      <vt:lpstr>Tìm kiếm Chi phí đều (UCS)</vt:lpstr>
      <vt:lpstr>Tính chất của UCS</vt:lpstr>
      <vt:lpstr>Các vấn đề của UCS</vt:lpstr>
      <vt:lpstr>Ví dụ: UCS môi trường rỗng</vt:lpstr>
      <vt:lpstr>Ví dụ: Deep/Shallow Water --- DFS, BFS, hay UCS? (1)</vt:lpstr>
      <vt:lpstr>Ví dụ: Deep/Shallow Water --- DFS, BFS, hay UCS? (2)</vt:lpstr>
      <vt:lpstr>Ví dụ: Deep/Shallow Water --- DFS, BFS, hay UCS? (3)</vt:lpstr>
      <vt:lpstr>Chỉ cần một cách cài đặt</vt:lpstr>
      <vt:lpstr>Tìm kiếm và mô hình</vt:lpstr>
      <vt:lpstr>Sai lầm của tìm kiếm</vt:lpstr>
      <vt:lpstr>Some Hints for P1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Long Tran</cp:lastModifiedBy>
  <cp:revision>1997</cp:revision>
  <cp:lastPrinted>2014-01-23T07:59:40Z</cp:lastPrinted>
  <dcterms:created xsi:type="dcterms:W3CDTF">2004-08-27T04:16:05Z</dcterms:created>
  <dcterms:modified xsi:type="dcterms:W3CDTF">2023-02-01T03:55:50Z</dcterms:modified>
</cp:coreProperties>
</file>