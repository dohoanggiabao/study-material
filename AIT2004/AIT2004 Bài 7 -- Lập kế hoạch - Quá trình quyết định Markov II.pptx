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52"/>
  </p:notesMasterIdLst>
  <p:handoutMasterIdLst>
    <p:handoutMasterId r:id="rId53"/>
  </p:handoutMasterIdLst>
  <p:sldIdLst>
    <p:sldId id="795" r:id="rId2"/>
    <p:sldId id="796" r:id="rId3"/>
    <p:sldId id="738" r:id="rId4"/>
    <p:sldId id="797" r:id="rId5"/>
    <p:sldId id="871" r:id="rId6"/>
    <p:sldId id="872" r:id="rId7"/>
    <p:sldId id="798" r:id="rId8"/>
    <p:sldId id="799" r:id="rId9"/>
    <p:sldId id="804" r:id="rId10"/>
    <p:sldId id="868" r:id="rId11"/>
    <p:sldId id="856" r:id="rId12"/>
    <p:sldId id="800" r:id="rId13"/>
    <p:sldId id="845" r:id="rId14"/>
    <p:sldId id="754" r:id="rId15"/>
    <p:sldId id="861" r:id="rId16"/>
    <p:sldId id="862" r:id="rId17"/>
    <p:sldId id="753" r:id="rId18"/>
    <p:sldId id="801" r:id="rId19"/>
    <p:sldId id="847" r:id="rId20"/>
    <p:sldId id="742" r:id="rId21"/>
    <p:sldId id="802" r:id="rId22"/>
    <p:sldId id="849" r:id="rId23"/>
    <p:sldId id="873" r:id="rId24"/>
    <p:sldId id="874" r:id="rId25"/>
    <p:sldId id="875" r:id="rId26"/>
    <p:sldId id="876" r:id="rId27"/>
    <p:sldId id="877" r:id="rId28"/>
    <p:sldId id="878" r:id="rId29"/>
    <p:sldId id="879" r:id="rId30"/>
    <p:sldId id="880" r:id="rId31"/>
    <p:sldId id="881" r:id="rId32"/>
    <p:sldId id="882" r:id="rId33"/>
    <p:sldId id="883" r:id="rId34"/>
    <p:sldId id="884" r:id="rId35"/>
    <p:sldId id="885" r:id="rId36"/>
    <p:sldId id="886" r:id="rId37"/>
    <p:sldId id="749" r:id="rId38"/>
    <p:sldId id="750" r:id="rId39"/>
    <p:sldId id="770" r:id="rId40"/>
    <p:sldId id="848" r:id="rId41"/>
    <p:sldId id="854" r:id="rId42"/>
    <p:sldId id="855" r:id="rId43"/>
    <p:sldId id="858" r:id="rId44"/>
    <p:sldId id="867" r:id="rId45"/>
    <p:sldId id="860" r:id="rId46"/>
    <p:sldId id="863" r:id="rId47"/>
    <p:sldId id="864" r:id="rId48"/>
    <p:sldId id="865" r:id="rId49"/>
    <p:sldId id="771" r:id="rId50"/>
    <p:sldId id="859" r:id="rId51"/>
  </p:sldIdLst>
  <p:sldSz cx="12192000" cy="6858000"/>
  <p:notesSz cx="7099300" cy="10234613"/>
  <p:custDataLst>
    <p:tags r:id="rId5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3333FF"/>
    <a:srgbClr val="FFFF00"/>
    <a:srgbClr val="FF3300"/>
    <a:srgbClr val="CC00CC"/>
    <a:srgbClr val="FFCC00"/>
    <a:srgbClr val="FF9999"/>
    <a:srgbClr val="CC0000"/>
    <a:srgbClr val="FF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E3BEDF-FC00-7E49-BA4E-DF4D9B70C21E}" v="9" dt="2023-03-01T07:53:06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76803" autoAdjust="0"/>
  </p:normalViewPr>
  <p:slideViewPr>
    <p:cSldViewPr>
      <p:cViewPr varScale="1">
        <p:scale>
          <a:sx n="97" d="100"/>
          <a:sy n="97" d="100"/>
        </p:scale>
        <p:origin x="126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 Tran" userId="e540d250-70c7-4be3-b4a2-b5ecbc3dd049" providerId="ADAL" clId="{95E3BEDF-FC00-7E49-BA4E-DF4D9B70C21E}"/>
    <pc:docChg chg="custSel modSld">
      <pc:chgData name="Long Tran" userId="e540d250-70c7-4be3-b4a2-b5ecbc3dd049" providerId="ADAL" clId="{95E3BEDF-FC00-7E49-BA4E-DF4D9B70C21E}" dt="2023-03-01T08:02:40.665" v="76" actId="20577"/>
      <pc:docMkLst>
        <pc:docMk/>
      </pc:docMkLst>
      <pc:sldChg chg="modSp mod">
        <pc:chgData name="Long Tran" userId="e540d250-70c7-4be3-b4a2-b5ecbc3dd049" providerId="ADAL" clId="{95E3BEDF-FC00-7E49-BA4E-DF4D9B70C21E}" dt="2023-03-01T08:02:40.665" v="76" actId="20577"/>
        <pc:sldMkLst>
          <pc:docMk/>
          <pc:sldMk cId="0" sldId="798"/>
        </pc:sldMkLst>
        <pc:spChg chg="mod">
          <ac:chgData name="Long Tran" userId="e540d250-70c7-4be3-b4a2-b5ecbc3dd049" providerId="ADAL" clId="{95E3BEDF-FC00-7E49-BA4E-DF4D9B70C21E}" dt="2023-03-01T08:02:40.665" v="76" actId="20577"/>
          <ac:spMkLst>
            <pc:docMk/>
            <pc:sldMk cId="0" sldId="798"/>
            <ac:spMk id="6" creationId="{00000000-0000-0000-0000-000000000000}"/>
          </ac:spMkLst>
        </pc:spChg>
      </pc:sldChg>
      <pc:sldChg chg="addSp delSp modSp mod">
        <pc:chgData name="Long Tran" userId="e540d250-70c7-4be3-b4a2-b5ecbc3dd049" providerId="ADAL" clId="{95E3BEDF-FC00-7E49-BA4E-DF4D9B70C21E}" dt="2023-03-01T07:53:21.343" v="21" actId="14100"/>
        <pc:sldMkLst>
          <pc:docMk/>
          <pc:sldMk cId="0" sldId="799"/>
        </pc:sldMkLst>
        <pc:spChg chg="mod">
          <ac:chgData name="Long Tran" userId="e540d250-70c7-4be3-b4a2-b5ecbc3dd049" providerId="ADAL" clId="{95E3BEDF-FC00-7E49-BA4E-DF4D9B70C21E}" dt="2023-03-01T07:51:35.246" v="16" actId="403"/>
          <ac:spMkLst>
            <pc:docMk/>
            <pc:sldMk cId="0" sldId="799"/>
            <ac:spMk id="66562" creationId="{00000000-0000-0000-0000-000000000000}"/>
          </ac:spMkLst>
        </pc:spChg>
        <pc:picChg chg="add del mod">
          <ac:chgData name="Long Tran" userId="e540d250-70c7-4be3-b4a2-b5ecbc3dd049" providerId="ADAL" clId="{95E3BEDF-FC00-7E49-BA4E-DF4D9B70C21E}" dt="2023-03-01T07:53:02.955" v="18" actId="478"/>
          <ac:picMkLst>
            <pc:docMk/>
            <pc:sldMk cId="0" sldId="799"/>
            <ac:picMk id="3" creationId="{BCA5949F-3EAB-B8EB-CF77-39CDD7150E5A}"/>
          </ac:picMkLst>
        </pc:picChg>
        <pc:picChg chg="add mod">
          <ac:chgData name="Long Tran" userId="e540d250-70c7-4be3-b4a2-b5ecbc3dd049" providerId="ADAL" clId="{95E3BEDF-FC00-7E49-BA4E-DF4D9B70C21E}" dt="2023-03-01T07:53:21.343" v="21" actId="14100"/>
          <ac:picMkLst>
            <pc:docMk/>
            <pc:sldMk cId="0" sldId="799"/>
            <ac:picMk id="5" creationId="{C7E42AD4-2A8D-04BC-5430-316C462A3622}"/>
          </ac:picMkLst>
        </pc:picChg>
      </pc:sldChg>
      <pc:sldChg chg="modSp mod">
        <pc:chgData name="Long Tran" userId="e540d250-70c7-4be3-b4a2-b5ecbc3dd049" providerId="ADAL" clId="{95E3BEDF-FC00-7E49-BA4E-DF4D9B70C21E}" dt="2023-03-01T07:54:06.659" v="60" actId="20577"/>
        <pc:sldMkLst>
          <pc:docMk/>
          <pc:sldMk cId="0" sldId="804"/>
        </pc:sldMkLst>
        <pc:spChg chg="mod">
          <ac:chgData name="Long Tran" userId="e540d250-70c7-4be3-b4a2-b5ecbc3dd049" providerId="ADAL" clId="{95E3BEDF-FC00-7E49-BA4E-DF4D9B70C21E}" dt="2023-03-01T07:54:06.659" v="60" actId="20577"/>
          <ac:spMkLst>
            <pc:docMk/>
            <pc:sldMk cId="0" sldId="804"/>
            <ac:spMk id="64513" creationId="{00000000-0000-0000-0000-000000000000}"/>
          </ac:spMkLst>
        </pc:spChg>
      </pc:sldChg>
    </pc:docChg>
  </pc:docChgLst>
  <pc:docChgLst>
    <pc:chgData name="Long Tran" userId="e540d250-70c7-4be3-b4a2-b5ecbc3dd049" providerId="ADAL" clId="{021170A2-D43A-6741-AC56-E68B53207D68}"/>
    <pc:docChg chg="undo custSel modSld">
      <pc:chgData name="Long Tran" userId="e540d250-70c7-4be3-b4a2-b5ecbc3dd049" providerId="ADAL" clId="{021170A2-D43A-6741-AC56-E68B53207D68}" dt="2023-02-09T02:31:48.400" v="6698" actId="20577"/>
      <pc:docMkLst>
        <pc:docMk/>
      </pc:docMkLst>
      <pc:sldChg chg="modSp mod">
        <pc:chgData name="Long Tran" userId="e540d250-70c7-4be3-b4a2-b5ecbc3dd049" providerId="ADAL" clId="{021170A2-D43A-6741-AC56-E68B53207D68}" dt="2023-02-08T01:06:43.292" v="351" actId="20577"/>
        <pc:sldMkLst>
          <pc:docMk/>
          <pc:sldMk cId="0" sldId="738"/>
        </pc:sldMkLst>
        <pc:spChg chg="mod">
          <ac:chgData name="Long Tran" userId="e540d250-70c7-4be3-b4a2-b5ecbc3dd049" providerId="ADAL" clId="{021170A2-D43A-6741-AC56-E68B53207D68}" dt="2023-02-08T01:03:49.857" v="93" actId="20577"/>
          <ac:spMkLst>
            <pc:docMk/>
            <pc:sldMk cId="0" sldId="738"/>
            <ac:spMk id="7170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06:43.292" v="351" actId="20577"/>
          <ac:spMkLst>
            <pc:docMk/>
            <pc:sldMk cId="0" sldId="738"/>
            <ac:spMk id="7171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2:21:21.322" v="2697" actId="20577"/>
        <pc:sldMkLst>
          <pc:docMk/>
          <pc:sldMk cId="0" sldId="742"/>
        </pc:sldMkLst>
        <pc:spChg chg="mod">
          <ac:chgData name="Long Tran" userId="e540d250-70c7-4be3-b4a2-b5ecbc3dd049" providerId="ADAL" clId="{021170A2-D43A-6741-AC56-E68B53207D68}" dt="2023-02-08T02:19:21.861" v="2541" actId="20577"/>
          <ac:spMkLst>
            <pc:docMk/>
            <pc:sldMk cId="0" sldId="742"/>
            <ac:spMk id="1536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2:21:21.322" v="2697" actId="20577"/>
          <ac:spMkLst>
            <pc:docMk/>
            <pc:sldMk cId="0" sldId="742"/>
            <ac:spMk id="1733635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3:04:41.197" v="3658" actId="20577"/>
        <pc:sldMkLst>
          <pc:docMk/>
          <pc:sldMk cId="0" sldId="749"/>
        </pc:sldMkLst>
        <pc:spChg chg="mod">
          <ac:chgData name="Long Tran" userId="e540d250-70c7-4be3-b4a2-b5ecbc3dd049" providerId="ADAL" clId="{021170A2-D43A-6741-AC56-E68B53207D68}" dt="2023-02-08T02:53:45.373" v="3110" actId="20577"/>
          <ac:spMkLst>
            <pc:docMk/>
            <pc:sldMk cId="0" sldId="749"/>
            <ac:spMk id="18434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3:04:41.197" v="3658" actId="20577"/>
          <ac:spMkLst>
            <pc:docMk/>
            <pc:sldMk cId="0" sldId="749"/>
            <ac:spMk id="1761283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3:06:17.280" v="3911" actId="20577"/>
        <pc:sldMkLst>
          <pc:docMk/>
          <pc:sldMk cId="0" sldId="750"/>
        </pc:sldMkLst>
        <pc:spChg chg="mod">
          <ac:chgData name="Long Tran" userId="e540d250-70c7-4be3-b4a2-b5ecbc3dd049" providerId="ADAL" clId="{021170A2-D43A-6741-AC56-E68B53207D68}" dt="2023-02-08T03:04:59.219" v="3662"/>
          <ac:spMkLst>
            <pc:docMk/>
            <pc:sldMk cId="0" sldId="750"/>
            <ac:spMk id="19458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3:06:17.280" v="3911" actId="20577"/>
          <ac:spMkLst>
            <pc:docMk/>
            <pc:sldMk cId="0" sldId="750"/>
            <ac:spMk id="1762307" creationId="{00000000-0000-0000-0000-000000000000}"/>
          </ac:spMkLst>
        </pc:spChg>
      </pc:sldChg>
      <pc:sldChg chg="modSp mod modAnim">
        <pc:chgData name="Long Tran" userId="e540d250-70c7-4be3-b4a2-b5ecbc3dd049" providerId="ADAL" clId="{021170A2-D43A-6741-AC56-E68B53207D68}" dt="2023-02-08T01:43:16.057" v="2240" actId="20577"/>
        <pc:sldMkLst>
          <pc:docMk/>
          <pc:sldMk cId="0" sldId="753"/>
        </pc:sldMkLst>
        <pc:spChg chg="mod">
          <ac:chgData name="Long Tran" userId="e540d250-70c7-4be3-b4a2-b5ecbc3dd049" providerId="ADAL" clId="{021170A2-D43A-6741-AC56-E68B53207D68}" dt="2023-02-08T01:37:37.342" v="1969"/>
          <ac:spMkLst>
            <pc:docMk/>
            <pc:sldMk cId="0" sldId="753"/>
            <ac:spMk id="17410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43:16.057" v="2240" actId="20577"/>
          <ac:spMkLst>
            <pc:docMk/>
            <pc:sldMk cId="0" sldId="753"/>
            <ac:spMk id="1728515" creationId="{00000000-0000-0000-0000-000000000000}"/>
          </ac:spMkLst>
        </pc:spChg>
        <pc:picChg chg="mod">
          <ac:chgData name="Long Tran" userId="e540d250-70c7-4be3-b4a2-b5ecbc3dd049" providerId="ADAL" clId="{021170A2-D43A-6741-AC56-E68B53207D68}" dt="2023-02-08T01:42:16.549" v="2071" actId="1036"/>
          <ac:picMkLst>
            <pc:docMk/>
            <pc:sldMk cId="0" sldId="753"/>
            <ac:picMk id="7" creationId="{00000000-0000-0000-0000-000000000000}"/>
          </ac:picMkLst>
        </pc:picChg>
        <pc:picChg chg="mod">
          <ac:chgData name="Long Tran" userId="e540d250-70c7-4be3-b4a2-b5ecbc3dd049" providerId="ADAL" clId="{021170A2-D43A-6741-AC56-E68B53207D68}" dt="2023-02-08T01:42:16.549" v="2071" actId="1036"/>
          <ac:picMkLst>
            <pc:docMk/>
            <pc:sldMk cId="0" sldId="753"/>
            <ac:picMk id="24" creationId="{00000000-0000-0000-0000-000000000000}"/>
          </ac:picMkLst>
        </pc:picChg>
      </pc:sldChg>
      <pc:sldChg chg="modSp mod">
        <pc:chgData name="Long Tran" userId="e540d250-70c7-4be3-b4a2-b5ecbc3dd049" providerId="ADAL" clId="{021170A2-D43A-6741-AC56-E68B53207D68}" dt="2023-02-08T01:35:53.347" v="1871" actId="20577"/>
        <pc:sldMkLst>
          <pc:docMk/>
          <pc:sldMk cId="0" sldId="754"/>
        </pc:sldMkLst>
        <pc:spChg chg="mod">
          <ac:chgData name="Long Tran" userId="e540d250-70c7-4be3-b4a2-b5ecbc3dd049" providerId="ADAL" clId="{021170A2-D43A-6741-AC56-E68B53207D68}" dt="2023-02-08T01:35:53.347" v="1871" actId="20577"/>
          <ac:spMkLst>
            <pc:docMk/>
            <pc:sldMk cId="0" sldId="754"/>
            <ac:spMk id="16386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35:22.194" v="1870" actId="20577"/>
          <ac:spMkLst>
            <pc:docMk/>
            <pc:sldMk cId="0" sldId="754"/>
            <ac:spMk id="1727491" creationId="{00000000-0000-0000-0000-000000000000}"/>
          </ac:spMkLst>
        </pc:spChg>
      </pc:sldChg>
      <pc:sldChg chg="modSp mod modAnim">
        <pc:chgData name="Long Tran" userId="e540d250-70c7-4be3-b4a2-b5ecbc3dd049" providerId="ADAL" clId="{021170A2-D43A-6741-AC56-E68B53207D68}" dt="2023-02-08T03:12:43.028" v="4735" actId="14100"/>
        <pc:sldMkLst>
          <pc:docMk/>
          <pc:sldMk cId="0" sldId="770"/>
        </pc:sldMkLst>
        <pc:spChg chg="mod">
          <ac:chgData name="Long Tran" userId="e540d250-70c7-4be3-b4a2-b5ecbc3dd049" providerId="ADAL" clId="{021170A2-D43A-6741-AC56-E68B53207D68}" dt="2023-02-08T03:06:35.809" v="3938" actId="20577"/>
          <ac:spMkLst>
            <pc:docMk/>
            <pc:sldMk cId="0" sldId="770"/>
            <ac:spMk id="2048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3:12:43.028" v="4735" actId="14100"/>
          <ac:spMkLst>
            <pc:docMk/>
            <pc:sldMk cId="0" sldId="770"/>
            <ac:spMk id="33795" creationId="{00000000-0000-0000-0000-000000000000}"/>
          </ac:spMkLst>
        </pc:spChg>
      </pc:sldChg>
      <pc:sldChg chg="modSp">
        <pc:chgData name="Long Tran" userId="e540d250-70c7-4be3-b4a2-b5ecbc3dd049" providerId="ADAL" clId="{021170A2-D43A-6741-AC56-E68B53207D68}" dt="2023-02-08T01:02:41.525" v="9" actId="790"/>
        <pc:sldMkLst>
          <pc:docMk/>
          <pc:sldMk cId="0" sldId="771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0" sldId="771"/>
            <ac:spMk id="3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0" sldId="771"/>
            <ac:spMk id="21506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1:02:41.525" v="9" actId="790"/>
        <pc:sldMkLst>
          <pc:docMk/>
          <pc:sldMk cId="0" sldId="795"/>
        </pc:sldMkLst>
        <pc:spChg chg="mod">
          <ac:chgData name="Long Tran" userId="e540d250-70c7-4be3-b4a2-b5ecbc3dd049" providerId="ADAL" clId="{021170A2-D43A-6741-AC56-E68B53207D68}" dt="2023-02-08T01:02:29.773" v="8" actId="1076"/>
          <ac:spMkLst>
            <pc:docMk/>
            <pc:sldMk cId="0" sldId="795"/>
            <ac:spMk id="7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0" sldId="795"/>
            <ac:spMk id="512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0" sldId="795"/>
            <ac:spMk id="5123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1:03:27.544" v="40" actId="20577"/>
        <pc:sldMkLst>
          <pc:docMk/>
          <pc:sldMk cId="0" sldId="796"/>
        </pc:sldMkLst>
        <pc:spChg chg="mod">
          <ac:chgData name="Long Tran" userId="e540d250-70c7-4be3-b4a2-b5ecbc3dd049" providerId="ADAL" clId="{021170A2-D43A-6741-AC56-E68B53207D68}" dt="2023-02-08T01:03:11.567" v="10"/>
          <ac:spMkLst>
            <pc:docMk/>
            <pc:sldMk cId="0" sldId="796"/>
            <ac:spMk id="18433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03:27.544" v="40" actId="20577"/>
          <ac:spMkLst>
            <pc:docMk/>
            <pc:sldMk cId="0" sldId="796"/>
            <ac:spMk id="18436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1:07:33.878" v="356" actId="14100"/>
        <pc:sldMkLst>
          <pc:docMk/>
          <pc:sldMk cId="0" sldId="797"/>
        </pc:sldMkLst>
        <pc:spChg chg="mod">
          <ac:chgData name="Long Tran" userId="e540d250-70c7-4be3-b4a2-b5ecbc3dd049" providerId="ADAL" clId="{021170A2-D43A-6741-AC56-E68B53207D68}" dt="2023-02-08T01:07:06.119" v="352"/>
          <ac:spMkLst>
            <pc:docMk/>
            <pc:sldMk cId="0" sldId="797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07:33.878" v="356" actId="14100"/>
          <ac:spMkLst>
            <pc:docMk/>
            <pc:sldMk cId="0" sldId="797"/>
            <ac:spMk id="4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1:10:21.599" v="601" actId="20577"/>
        <pc:sldMkLst>
          <pc:docMk/>
          <pc:sldMk cId="0" sldId="798"/>
        </pc:sldMkLst>
        <pc:spChg chg="mod">
          <ac:chgData name="Long Tran" userId="e540d250-70c7-4be3-b4a2-b5ecbc3dd049" providerId="ADAL" clId="{021170A2-D43A-6741-AC56-E68B53207D68}" dt="2023-02-08T01:09:05.750" v="492" actId="790"/>
          <ac:spMkLst>
            <pc:docMk/>
            <pc:sldMk cId="0" sldId="798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10:21.599" v="601" actId="20577"/>
          <ac:spMkLst>
            <pc:docMk/>
            <pc:sldMk cId="0" sldId="798"/>
            <ac:spMk id="6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1:13:39.978" v="864" actId="20577"/>
        <pc:sldMkLst>
          <pc:docMk/>
          <pc:sldMk cId="0" sldId="799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0" sldId="799"/>
            <ac:spMk id="66561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13:39.978" v="864" actId="20577"/>
          <ac:spMkLst>
            <pc:docMk/>
            <pc:sldMk cId="0" sldId="799"/>
            <ac:spMk id="66562" creationId="{00000000-0000-0000-0000-000000000000}"/>
          </ac:spMkLst>
        </pc:spChg>
        <pc:grpChg chg="mod">
          <ac:chgData name="Long Tran" userId="e540d250-70c7-4be3-b4a2-b5ecbc3dd049" providerId="ADAL" clId="{021170A2-D43A-6741-AC56-E68B53207D68}" dt="2023-02-08T01:13:06.431" v="828" actId="1036"/>
          <ac:grpSpMkLst>
            <pc:docMk/>
            <pc:sldMk cId="0" sldId="799"/>
            <ac:grpSpMk id="27" creationId="{00000000-0000-0000-0000-000000000000}"/>
          </ac:grpSpMkLst>
        </pc:grpChg>
        <pc:picChg chg="mod">
          <ac:chgData name="Long Tran" userId="e540d250-70c7-4be3-b4a2-b5ecbc3dd049" providerId="ADAL" clId="{021170A2-D43A-6741-AC56-E68B53207D68}" dt="2023-02-08T01:12:50.403" v="824" actId="1036"/>
          <ac:picMkLst>
            <pc:docMk/>
            <pc:sldMk cId="0" sldId="799"/>
            <ac:picMk id="46" creationId="{00000000-0000-0000-0000-000000000000}"/>
          </ac:picMkLst>
        </pc:picChg>
        <pc:picChg chg="mod">
          <ac:chgData name="Long Tran" userId="e540d250-70c7-4be3-b4a2-b5ecbc3dd049" providerId="ADAL" clId="{021170A2-D43A-6741-AC56-E68B53207D68}" dt="2023-02-08T01:12:50.403" v="824" actId="1036"/>
          <ac:picMkLst>
            <pc:docMk/>
            <pc:sldMk cId="0" sldId="799"/>
            <ac:picMk id="47" creationId="{00000000-0000-0000-0000-000000000000}"/>
          </ac:picMkLst>
        </pc:picChg>
        <pc:picChg chg="mod">
          <ac:chgData name="Long Tran" userId="e540d250-70c7-4be3-b4a2-b5ecbc3dd049" providerId="ADAL" clId="{021170A2-D43A-6741-AC56-E68B53207D68}" dt="2023-02-08T01:12:50.403" v="824" actId="1036"/>
          <ac:picMkLst>
            <pc:docMk/>
            <pc:sldMk cId="0" sldId="799"/>
            <ac:picMk id="48" creationId="{00000000-0000-0000-0000-000000000000}"/>
          </ac:picMkLst>
        </pc:picChg>
      </pc:sldChg>
      <pc:sldChg chg="modSp mod">
        <pc:chgData name="Long Tran" userId="e540d250-70c7-4be3-b4a2-b5ecbc3dd049" providerId="ADAL" clId="{021170A2-D43A-6741-AC56-E68B53207D68}" dt="2023-02-08T01:18:54.226" v="1094" actId="20577"/>
        <pc:sldMkLst>
          <pc:docMk/>
          <pc:sldMk cId="0" sldId="800"/>
        </pc:sldMkLst>
        <pc:spChg chg="mod">
          <ac:chgData name="Long Tran" userId="e540d250-70c7-4be3-b4a2-b5ecbc3dd049" providerId="ADAL" clId="{021170A2-D43A-6741-AC56-E68B53207D68}" dt="2023-02-08T01:18:54.226" v="1094" actId="20577"/>
          <ac:spMkLst>
            <pc:docMk/>
            <pc:sldMk cId="0" sldId="800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1:44:37.591" v="2265" actId="20577"/>
        <pc:sldMkLst>
          <pc:docMk/>
          <pc:sldMk cId="0" sldId="801"/>
        </pc:sldMkLst>
        <pc:spChg chg="mod">
          <ac:chgData name="Long Tran" userId="e540d250-70c7-4be3-b4a2-b5ecbc3dd049" providerId="ADAL" clId="{021170A2-D43A-6741-AC56-E68B53207D68}" dt="2023-02-08T01:44:37.591" v="2265" actId="20577"/>
          <ac:spMkLst>
            <pc:docMk/>
            <pc:sldMk cId="0" sldId="801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2:30:10.767" v="2757" actId="20577"/>
        <pc:sldMkLst>
          <pc:docMk/>
          <pc:sldMk cId="0" sldId="802"/>
        </pc:sldMkLst>
        <pc:spChg chg="mod">
          <ac:chgData name="Long Tran" userId="e540d250-70c7-4be3-b4a2-b5ecbc3dd049" providerId="ADAL" clId="{021170A2-D43A-6741-AC56-E68B53207D68}" dt="2023-02-08T02:30:10.767" v="2757" actId="20577"/>
          <ac:spMkLst>
            <pc:docMk/>
            <pc:sldMk cId="0" sldId="802"/>
            <ac:spMk id="2" creationId="{00000000-0000-0000-0000-000000000000}"/>
          </ac:spMkLst>
        </pc:spChg>
      </pc:sldChg>
      <pc:sldChg chg="modSp modAnim">
        <pc:chgData name="Long Tran" userId="e540d250-70c7-4be3-b4a2-b5ecbc3dd049" providerId="ADAL" clId="{021170A2-D43A-6741-AC56-E68B53207D68}" dt="2023-02-08T01:16:03.526" v="1002" actId="20577"/>
        <pc:sldMkLst>
          <pc:docMk/>
          <pc:sldMk cId="0" sldId="804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0" sldId="804"/>
            <ac:spMk id="64513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16:03.526" v="1002" actId="20577"/>
          <ac:spMkLst>
            <pc:docMk/>
            <pc:sldMk cId="0" sldId="804"/>
            <ac:spMk id="1757187" creationId="{00000000-0000-0000-0000-000000000000}"/>
          </ac:spMkLst>
        </pc:spChg>
      </pc:sldChg>
      <pc:sldChg chg="addSp delSp modSp mod modAnim">
        <pc:chgData name="Long Tran" userId="e540d250-70c7-4be3-b4a2-b5ecbc3dd049" providerId="ADAL" clId="{021170A2-D43A-6741-AC56-E68B53207D68}" dt="2023-02-08T01:22:41.303" v="1480" actId="767"/>
        <pc:sldMkLst>
          <pc:docMk/>
          <pc:sldMk cId="0" sldId="845"/>
        </pc:sldMkLst>
        <pc:spChg chg="mod">
          <ac:chgData name="Long Tran" userId="e540d250-70c7-4be3-b4a2-b5ecbc3dd049" providerId="ADAL" clId="{021170A2-D43A-6741-AC56-E68B53207D68}" dt="2023-02-08T01:19:03.785" v="1120" actId="20577"/>
          <ac:spMkLst>
            <pc:docMk/>
            <pc:sldMk cId="0" sldId="845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22:35.556" v="1478" actId="20577"/>
          <ac:spMkLst>
            <pc:docMk/>
            <pc:sldMk cId="0" sldId="845"/>
            <ac:spMk id="3" creationId="{00000000-0000-0000-0000-000000000000}"/>
          </ac:spMkLst>
        </pc:spChg>
        <pc:spChg chg="add del mod">
          <ac:chgData name="Long Tran" userId="e540d250-70c7-4be3-b4a2-b5ecbc3dd049" providerId="ADAL" clId="{021170A2-D43A-6741-AC56-E68B53207D68}" dt="2023-02-08T01:22:41.303" v="1480" actId="767"/>
          <ac:spMkLst>
            <pc:docMk/>
            <pc:sldMk cId="0" sldId="845"/>
            <ac:spMk id="4" creationId="{0236F8F5-CA95-89AB-D478-1DBB6BFC39F6}"/>
          </ac:spMkLst>
        </pc:spChg>
        <pc:spChg chg="mod">
          <ac:chgData name="Long Tran" userId="e540d250-70c7-4be3-b4a2-b5ecbc3dd049" providerId="ADAL" clId="{021170A2-D43A-6741-AC56-E68B53207D68}" dt="2023-02-08T01:19:14.242" v="1153" actId="20577"/>
          <ac:spMkLst>
            <pc:docMk/>
            <pc:sldMk cId="0" sldId="845"/>
            <ac:spMk id="43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19:25.242" v="1188" actId="20577"/>
          <ac:spMkLst>
            <pc:docMk/>
            <pc:sldMk cId="0" sldId="845"/>
            <ac:spMk id="44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2:17:38.779" v="2538" actId="20577"/>
        <pc:sldMkLst>
          <pc:docMk/>
          <pc:sldMk cId="0" sldId="847"/>
        </pc:sldMkLst>
        <pc:spChg chg="mod">
          <ac:chgData name="Long Tran" userId="e540d250-70c7-4be3-b4a2-b5ecbc3dd049" providerId="ADAL" clId="{021170A2-D43A-6741-AC56-E68B53207D68}" dt="2023-02-08T01:44:56.875" v="2314" actId="20577"/>
          <ac:spMkLst>
            <pc:docMk/>
            <pc:sldMk cId="0" sldId="847"/>
            <ac:spMk id="1536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2:17:38.779" v="2538" actId="20577"/>
          <ac:spMkLst>
            <pc:docMk/>
            <pc:sldMk cId="0" sldId="847"/>
            <ac:spMk id="1733635" creationId="{00000000-0000-0000-0000-000000000000}"/>
          </ac:spMkLst>
        </pc:spChg>
      </pc:sldChg>
      <pc:sldChg chg="modSp mod modAnim">
        <pc:chgData name="Long Tran" userId="e540d250-70c7-4be3-b4a2-b5ecbc3dd049" providerId="ADAL" clId="{021170A2-D43A-6741-AC56-E68B53207D68}" dt="2023-02-08T03:16:45.398" v="5298" actId="20577"/>
        <pc:sldMkLst>
          <pc:docMk/>
          <pc:sldMk cId="0" sldId="848"/>
        </pc:sldMkLst>
        <pc:spChg chg="mod">
          <ac:chgData name="Long Tran" userId="e540d250-70c7-4be3-b4a2-b5ecbc3dd049" providerId="ADAL" clId="{021170A2-D43A-6741-AC56-E68B53207D68}" dt="2023-02-08T03:12:59.786" v="4777" actId="20577"/>
          <ac:spMkLst>
            <pc:docMk/>
            <pc:sldMk cId="0" sldId="848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3:16:45.398" v="5298" actId="20577"/>
          <ac:spMkLst>
            <pc:docMk/>
            <pc:sldMk cId="0" sldId="848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2:32:18.884" v="3051" actId="20577"/>
        <pc:sldMkLst>
          <pc:docMk/>
          <pc:sldMk cId="0" sldId="849"/>
        </pc:sldMkLst>
        <pc:spChg chg="mod">
          <ac:chgData name="Long Tran" userId="e540d250-70c7-4be3-b4a2-b5ecbc3dd049" providerId="ADAL" clId="{021170A2-D43A-6741-AC56-E68B53207D68}" dt="2023-02-08T02:30:42.383" v="2813" actId="20577"/>
          <ac:spMkLst>
            <pc:docMk/>
            <pc:sldMk cId="0" sldId="849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2:32:18.884" v="3051" actId="20577"/>
          <ac:spMkLst>
            <pc:docMk/>
            <pc:sldMk cId="0" sldId="849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3:23:48.936" v="5331" actId="20577"/>
        <pc:sldMkLst>
          <pc:docMk/>
          <pc:sldMk cId="0" sldId="854"/>
        </pc:sldMkLst>
        <pc:spChg chg="mod">
          <ac:chgData name="Long Tran" userId="e540d250-70c7-4be3-b4a2-b5ecbc3dd049" providerId="ADAL" clId="{021170A2-D43A-6741-AC56-E68B53207D68}" dt="2023-02-08T03:23:48.936" v="5331" actId="20577"/>
          <ac:spMkLst>
            <pc:docMk/>
            <pc:sldMk cId="0" sldId="854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3:25:20.526" v="5450" actId="20577"/>
        <pc:sldMkLst>
          <pc:docMk/>
          <pc:sldMk cId="0" sldId="855"/>
        </pc:sldMkLst>
        <pc:spChg chg="mod">
          <ac:chgData name="Long Tran" userId="e540d250-70c7-4be3-b4a2-b5ecbc3dd049" providerId="ADAL" clId="{021170A2-D43A-6741-AC56-E68B53207D68}" dt="2023-02-08T03:24:01.092" v="5357" actId="20577"/>
          <ac:spMkLst>
            <pc:docMk/>
            <pc:sldMk cId="0" sldId="855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3:24:10.514" v="5384" actId="20577"/>
          <ac:spMkLst>
            <pc:docMk/>
            <pc:sldMk cId="0" sldId="855"/>
            <ac:spMk id="3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3:25:20.526" v="5450" actId="20577"/>
          <ac:spMkLst>
            <pc:docMk/>
            <pc:sldMk cId="0" sldId="855"/>
            <ac:spMk id="84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1:18:45.427" v="1068" actId="20577"/>
        <pc:sldMkLst>
          <pc:docMk/>
          <pc:sldMk cId="0" sldId="856"/>
        </pc:sldMkLst>
        <pc:spChg chg="mod">
          <ac:chgData name="Long Tran" userId="e540d250-70c7-4be3-b4a2-b5ecbc3dd049" providerId="ADAL" clId="{021170A2-D43A-6741-AC56-E68B53207D68}" dt="2023-02-08T01:18:45.427" v="1068" actId="20577"/>
          <ac:spMkLst>
            <pc:docMk/>
            <pc:sldMk cId="0" sldId="856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9T02:08:48.327" v="5737" actId="20577"/>
        <pc:sldMkLst>
          <pc:docMk/>
          <pc:sldMk cId="0" sldId="858"/>
        </pc:sldMkLst>
        <pc:spChg chg="mod">
          <ac:chgData name="Long Tran" userId="e540d250-70c7-4be3-b4a2-b5ecbc3dd049" providerId="ADAL" clId="{021170A2-D43A-6741-AC56-E68B53207D68}" dt="2023-02-09T02:06:29.911" v="5491" actId="20577"/>
          <ac:spMkLst>
            <pc:docMk/>
            <pc:sldMk cId="0" sldId="858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9T02:08:36.537" v="5727" actId="20577"/>
          <ac:spMkLst>
            <pc:docMk/>
            <pc:sldMk cId="0" sldId="858"/>
            <ac:spMk id="3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9T02:08:45.797" v="5732" actId="20577"/>
          <ac:spMkLst>
            <pc:docMk/>
            <pc:sldMk cId="0" sldId="858"/>
            <ac:spMk id="4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9T02:08:48.327" v="5737" actId="20577"/>
          <ac:spMkLst>
            <pc:docMk/>
            <pc:sldMk cId="0" sldId="858"/>
            <ac:spMk id="5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3:28:53.342" v="5451"/>
          <ac:spMkLst>
            <pc:docMk/>
            <pc:sldMk cId="0" sldId="858"/>
            <ac:spMk id="7" creationId="{00000000-0000-0000-0000-000000000000}"/>
          </ac:spMkLst>
        </pc:spChg>
      </pc:sldChg>
      <pc:sldChg chg="modSp">
        <pc:chgData name="Long Tran" userId="e540d250-70c7-4be3-b4a2-b5ecbc3dd049" providerId="ADAL" clId="{021170A2-D43A-6741-AC56-E68B53207D68}" dt="2023-02-08T01:02:41.525" v="9" actId="790"/>
        <pc:sldMkLst>
          <pc:docMk/>
          <pc:sldMk cId="0" sldId="859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0" sldId="859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9T02:19:56.211" v="5854" actId="20577"/>
        <pc:sldMkLst>
          <pc:docMk/>
          <pc:sldMk cId="0" sldId="860"/>
        </pc:sldMkLst>
        <pc:spChg chg="mod">
          <ac:chgData name="Long Tran" userId="e540d250-70c7-4be3-b4a2-b5ecbc3dd049" providerId="ADAL" clId="{021170A2-D43A-6741-AC56-E68B53207D68}" dt="2023-02-09T02:19:25.761" v="5768" actId="20577"/>
          <ac:spMkLst>
            <pc:docMk/>
            <pc:sldMk cId="0" sldId="860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9T02:19:56.211" v="5854" actId="20577"/>
          <ac:spMkLst>
            <pc:docMk/>
            <pc:sldMk cId="0" sldId="860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1:36:31.521" v="1958" actId="20577"/>
        <pc:sldMkLst>
          <pc:docMk/>
          <pc:sldMk cId="0" sldId="861"/>
        </pc:sldMkLst>
        <pc:spChg chg="mod">
          <ac:chgData name="Long Tran" userId="e540d250-70c7-4be3-b4a2-b5ecbc3dd049" providerId="ADAL" clId="{021170A2-D43A-6741-AC56-E68B53207D68}" dt="2023-02-08T01:36:04.757" v="1904" actId="20577"/>
          <ac:spMkLst>
            <pc:docMk/>
            <pc:sldMk cId="0" sldId="861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36:19.356" v="1926" actId="20577"/>
          <ac:spMkLst>
            <pc:docMk/>
            <pc:sldMk cId="0" sldId="861"/>
            <ac:spMk id="5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36:31.521" v="1958" actId="20577"/>
          <ac:spMkLst>
            <pc:docMk/>
            <pc:sldMk cId="0" sldId="861"/>
            <ac:spMk id="6" creationId="{00000000-0000-0000-0000-000000000000}"/>
          </ac:spMkLst>
        </pc:spChg>
        <pc:picChg chg="mod">
          <ac:chgData name="Long Tran" userId="e540d250-70c7-4be3-b4a2-b5ecbc3dd049" providerId="ADAL" clId="{021170A2-D43A-6741-AC56-E68B53207D68}" dt="2023-02-08T01:36:24.364" v="1927" actId="167"/>
          <ac:picMkLst>
            <pc:docMk/>
            <pc:sldMk cId="0" sldId="861"/>
            <ac:picMk id="11" creationId="{00000000-0000-0000-0000-000000000000}"/>
          </ac:picMkLst>
        </pc:picChg>
        <pc:picChg chg="mod">
          <ac:chgData name="Long Tran" userId="e540d250-70c7-4be3-b4a2-b5ecbc3dd049" providerId="ADAL" clId="{021170A2-D43A-6741-AC56-E68B53207D68}" dt="2023-02-08T01:36:13.260" v="1905" actId="167"/>
          <ac:picMkLst>
            <pc:docMk/>
            <pc:sldMk cId="0" sldId="861"/>
            <ac:picMk id="46082" creationId="{00000000-0000-0000-0000-000000000000}"/>
          </ac:picMkLst>
        </pc:picChg>
      </pc:sldChg>
      <pc:sldChg chg="modSp mod">
        <pc:chgData name="Long Tran" userId="e540d250-70c7-4be3-b4a2-b5ecbc3dd049" providerId="ADAL" clId="{021170A2-D43A-6741-AC56-E68B53207D68}" dt="2023-02-08T01:37:33.592" v="1968" actId="20577"/>
        <pc:sldMkLst>
          <pc:docMk/>
          <pc:sldMk cId="0" sldId="862"/>
        </pc:sldMkLst>
        <pc:spChg chg="mod">
          <ac:chgData name="Long Tran" userId="e540d250-70c7-4be3-b4a2-b5ecbc3dd049" providerId="ADAL" clId="{021170A2-D43A-6741-AC56-E68B53207D68}" dt="2023-02-08T01:37:33.592" v="1968" actId="20577"/>
          <ac:spMkLst>
            <pc:docMk/>
            <pc:sldMk cId="0" sldId="862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37:04.503" v="1959"/>
          <ac:spMkLst>
            <pc:docMk/>
            <pc:sldMk cId="0" sldId="862"/>
            <ac:spMk id="5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37:11.446" v="1960"/>
          <ac:spMkLst>
            <pc:docMk/>
            <pc:sldMk cId="0" sldId="862"/>
            <ac:spMk id="6" creationId="{00000000-0000-0000-0000-000000000000}"/>
          </ac:spMkLst>
        </pc:spChg>
      </pc:sldChg>
      <pc:sldChg chg="modSp">
        <pc:chgData name="Long Tran" userId="e540d250-70c7-4be3-b4a2-b5ecbc3dd049" providerId="ADAL" clId="{021170A2-D43A-6741-AC56-E68B53207D68}" dt="2023-02-08T01:02:41.525" v="9" actId="790"/>
        <pc:sldMkLst>
          <pc:docMk/>
          <pc:sldMk cId="0" sldId="863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0" sldId="863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9T02:31:48.400" v="6698" actId="20577"/>
        <pc:sldMkLst>
          <pc:docMk/>
          <pc:sldMk cId="0" sldId="864"/>
        </pc:sldMkLst>
        <pc:spChg chg="mod">
          <ac:chgData name="Long Tran" userId="e540d250-70c7-4be3-b4a2-b5ecbc3dd049" providerId="ADAL" clId="{021170A2-D43A-6741-AC56-E68B53207D68}" dt="2023-02-09T02:31:48.400" v="6698" actId="20577"/>
          <ac:spMkLst>
            <pc:docMk/>
            <pc:sldMk cId="0" sldId="864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9T02:31:06.374" v="6656" actId="20577"/>
          <ac:spMkLst>
            <pc:docMk/>
            <pc:sldMk cId="0" sldId="864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9T02:31:31.319" v="6687" actId="20577"/>
        <pc:sldMkLst>
          <pc:docMk/>
          <pc:sldMk cId="0" sldId="865"/>
        </pc:sldMkLst>
        <pc:spChg chg="mod">
          <ac:chgData name="Long Tran" userId="e540d250-70c7-4be3-b4a2-b5ecbc3dd049" providerId="ADAL" clId="{021170A2-D43A-6741-AC56-E68B53207D68}" dt="2023-02-09T02:31:31.319" v="6687" actId="20577"/>
          <ac:spMkLst>
            <pc:docMk/>
            <pc:sldMk cId="0" sldId="865"/>
            <ac:spMk id="2" creationId="{00000000-0000-0000-0000-000000000000}"/>
          </ac:spMkLst>
        </pc:spChg>
      </pc:sldChg>
      <pc:sldChg chg="modSp">
        <pc:chgData name="Long Tran" userId="e540d250-70c7-4be3-b4a2-b5ecbc3dd049" providerId="ADAL" clId="{021170A2-D43A-6741-AC56-E68B53207D68}" dt="2023-02-08T01:02:41.525" v="9" actId="790"/>
        <pc:sldMkLst>
          <pc:docMk/>
          <pc:sldMk cId="0" sldId="867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0" sldId="867"/>
            <ac:spMk id="2" creationId="{00000000-0000-0000-0000-000000000000}"/>
          </ac:spMkLst>
        </pc:spChg>
      </pc:sldChg>
      <pc:sldChg chg="modSp mod modAnim">
        <pc:chgData name="Long Tran" userId="e540d250-70c7-4be3-b4a2-b5ecbc3dd049" providerId="ADAL" clId="{021170A2-D43A-6741-AC56-E68B53207D68}" dt="2023-02-08T01:18:11.046" v="1020" actId="20577"/>
        <pc:sldMkLst>
          <pc:docMk/>
          <pc:sldMk cId="2796686903" sldId="868"/>
        </pc:sldMkLst>
        <pc:spChg chg="mod">
          <ac:chgData name="Long Tran" userId="e540d250-70c7-4be3-b4a2-b5ecbc3dd049" providerId="ADAL" clId="{021170A2-D43A-6741-AC56-E68B53207D68}" dt="2023-02-08T01:18:11.046" v="1020" actId="20577"/>
          <ac:spMkLst>
            <pc:docMk/>
            <pc:sldMk cId="2796686903" sldId="868"/>
            <ac:spMk id="2" creationId="{00000000-0000-0000-0000-000000000000}"/>
          </ac:spMkLst>
        </pc:spChg>
        <pc:spChg chg="mod">
          <ac:chgData name="Long Tran" userId="e540d250-70c7-4be3-b4a2-b5ecbc3dd049" providerId="ADAL" clId="{021170A2-D43A-6741-AC56-E68B53207D68}" dt="2023-02-08T01:17:59.724" v="1003"/>
          <ac:spMkLst>
            <pc:docMk/>
            <pc:sldMk cId="2796686903" sldId="868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1:08:18.490" v="409" actId="20577"/>
        <pc:sldMkLst>
          <pc:docMk/>
          <pc:sldMk cId="3731960885" sldId="871"/>
        </pc:sldMkLst>
        <pc:spChg chg="mod">
          <ac:chgData name="Long Tran" userId="e540d250-70c7-4be3-b4a2-b5ecbc3dd049" providerId="ADAL" clId="{021170A2-D43A-6741-AC56-E68B53207D68}" dt="2023-02-08T01:08:18.490" v="409" actId="20577"/>
          <ac:spMkLst>
            <pc:docMk/>
            <pc:sldMk cId="3731960885" sldId="871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021170A2-D43A-6741-AC56-E68B53207D68}" dt="2023-02-08T01:08:29.036" v="413" actId="20577"/>
        <pc:sldMkLst>
          <pc:docMk/>
          <pc:sldMk cId="3468273868" sldId="872"/>
        </pc:sldMkLst>
        <pc:spChg chg="mod">
          <ac:chgData name="Long Tran" userId="e540d250-70c7-4be3-b4a2-b5ecbc3dd049" providerId="ADAL" clId="{021170A2-D43A-6741-AC56-E68B53207D68}" dt="2023-02-08T01:08:29.036" v="413" actId="20577"/>
          <ac:spMkLst>
            <pc:docMk/>
            <pc:sldMk cId="3468273868" sldId="872"/>
            <ac:spMk id="2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2:45.360" v="3055" actId="1037"/>
        <pc:sldMkLst>
          <pc:docMk/>
          <pc:sldMk cId="3525359897" sldId="873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3525359897" sldId="873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2:45.360" v="3055" actId="1037"/>
          <ac:spMkLst>
            <pc:docMk/>
            <pc:sldMk cId="3525359897" sldId="873"/>
            <ac:spMk id="4" creationId="{1C0FF222-D18A-C796-1301-7F56887A4711}"/>
          </ac:spMkLst>
        </pc:spChg>
        <pc:spChg chg="del">
          <ac:chgData name="Long Tran" userId="e540d250-70c7-4be3-b4a2-b5ecbc3dd049" providerId="ADAL" clId="{021170A2-D43A-6741-AC56-E68B53207D68}" dt="2023-02-08T02:32:43.134" v="3052" actId="478"/>
          <ac:spMkLst>
            <pc:docMk/>
            <pc:sldMk cId="3525359897" sldId="873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2:52.616" v="3059"/>
        <pc:sldMkLst>
          <pc:docMk/>
          <pc:sldMk cId="4256804193" sldId="874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4256804193" sldId="874"/>
            <ac:spMk id="2" creationId="{00000000-0000-0000-0000-000000000000}"/>
          </ac:spMkLst>
        </pc:spChg>
        <pc:spChg chg="add del mod">
          <ac:chgData name="Long Tran" userId="e540d250-70c7-4be3-b4a2-b5ecbc3dd049" providerId="ADAL" clId="{021170A2-D43A-6741-AC56-E68B53207D68}" dt="2023-02-08T02:32:49.580" v="3057"/>
          <ac:spMkLst>
            <pc:docMk/>
            <pc:sldMk cId="4256804193" sldId="874"/>
            <ac:spMk id="4" creationId="{CDE17E45-F501-7C70-E13F-A4C8165EA229}"/>
          </ac:spMkLst>
        </pc:spChg>
        <pc:spChg chg="del">
          <ac:chgData name="Long Tran" userId="e540d250-70c7-4be3-b4a2-b5ecbc3dd049" providerId="ADAL" clId="{021170A2-D43A-6741-AC56-E68B53207D68}" dt="2023-02-08T02:32:52.124" v="3058" actId="478"/>
          <ac:spMkLst>
            <pc:docMk/>
            <pc:sldMk cId="4256804193" sldId="874"/>
            <ac:spMk id="5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2:52.616" v="3059"/>
          <ac:spMkLst>
            <pc:docMk/>
            <pc:sldMk cId="4256804193" sldId="874"/>
            <ac:spMk id="6" creationId="{7B78FA2D-5E70-81F5-1CAB-C19E7E99F32D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3:04.567" v="3061"/>
        <pc:sldMkLst>
          <pc:docMk/>
          <pc:sldMk cId="3816661165" sldId="875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3816661165" sldId="875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3:04.567" v="3061"/>
          <ac:spMkLst>
            <pc:docMk/>
            <pc:sldMk cId="3816661165" sldId="875"/>
            <ac:spMk id="4" creationId="{DAF441F2-F84F-ABA2-05E6-0D3D4F70BD5D}"/>
          </ac:spMkLst>
        </pc:spChg>
        <pc:spChg chg="del">
          <ac:chgData name="Long Tran" userId="e540d250-70c7-4be3-b4a2-b5ecbc3dd049" providerId="ADAL" clId="{021170A2-D43A-6741-AC56-E68B53207D68}" dt="2023-02-08T02:33:04.142" v="3060" actId="478"/>
          <ac:spMkLst>
            <pc:docMk/>
            <pc:sldMk cId="3816661165" sldId="875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3:09.023" v="3063"/>
        <pc:sldMkLst>
          <pc:docMk/>
          <pc:sldMk cId="3099301682" sldId="876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3099301682" sldId="876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3:09.023" v="3063"/>
          <ac:spMkLst>
            <pc:docMk/>
            <pc:sldMk cId="3099301682" sldId="876"/>
            <ac:spMk id="4" creationId="{CF459B59-45DE-997D-8A06-1D7B5E7FB175}"/>
          </ac:spMkLst>
        </pc:spChg>
        <pc:spChg chg="del">
          <ac:chgData name="Long Tran" userId="e540d250-70c7-4be3-b4a2-b5ecbc3dd049" providerId="ADAL" clId="{021170A2-D43A-6741-AC56-E68B53207D68}" dt="2023-02-08T02:33:08.663" v="3062" actId="478"/>
          <ac:spMkLst>
            <pc:docMk/>
            <pc:sldMk cId="3099301682" sldId="876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3:12.561" v="3065"/>
        <pc:sldMkLst>
          <pc:docMk/>
          <pc:sldMk cId="3207399191" sldId="877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3207399191" sldId="877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3:12.561" v="3065"/>
          <ac:spMkLst>
            <pc:docMk/>
            <pc:sldMk cId="3207399191" sldId="877"/>
            <ac:spMk id="4" creationId="{2F3619B7-5C81-B1DC-A440-F0239C12EC35}"/>
          </ac:spMkLst>
        </pc:spChg>
        <pc:spChg chg="del">
          <ac:chgData name="Long Tran" userId="e540d250-70c7-4be3-b4a2-b5ecbc3dd049" providerId="ADAL" clId="{021170A2-D43A-6741-AC56-E68B53207D68}" dt="2023-02-08T02:33:12.210" v="3064" actId="478"/>
          <ac:spMkLst>
            <pc:docMk/>
            <pc:sldMk cId="3207399191" sldId="877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3:15.877" v="3067"/>
        <pc:sldMkLst>
          <pc:docMk/>
          <pc:sldMk cId="2990749932" sldId="878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2990749932" sldId="878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3:15.877" v="3067"/>
          <ac:spMkLst>
            <pc:docMk/>
            <pc:sldMk cId="2990749932" sldId="878"/>
            <ac:spMk id="4" creationId="{93063B91-35B9-853C-3AB0-B5B7D068124B}"/>
          </ac:spMkLst>
        </pc:spChg>
        <pc:spChg chg="del">
          <ac:chgData name="Long Tran" userId="e540d250-70c7-4be3-b4a2-b5ecbc3dd049" providerId="ADAL" clId="{021170A2-D43A-6741-AC56-E68B53207D68}" dt="2023-02-08T02:33:15.438" v="3066" actId="478"/>
          <ac:spMkLst>
            <pc:docMk/>
            <pc:sldMk cId="2990749932" sldId="878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3:19.482" v="3069"/>
        <pc:sldMkLst>
          <pc:docMk/>
          <pc:sldMk cId="702912788" sldId="879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702912788" sldId="879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3:19.482" v="3069"/>
          <ac:spMkLst>
            <pc:docMk/>
            <pc:sldMk cId="702912788" sldId="879"/>
            <ac:spMk id="4" creationId="{95414E8E-FDD1-2063-4963-FB2315588A1F}"/>
          </ac:spMkLst>
        </pc:spChg>
        <pc:spChg chg="del">
          <ac:chgData name="Long Tran" userId="e540d250-70c7-4be3-b4a2-b5ecbc3dd049" providerId="ADAL" clId="{021170A2-D43A-6741-AC56-E68B53207D68}" dt="2023-02-08T02:33:19.140" v="3068" actId="478"/>
          <ac:spMkLst>
            <pc:docMk/>
            <pc:sldMk cId="702912788" sldId="879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3:22.505" v="3071"/>
        <pc:sldMkLst>
          <pc:docMk/>
          <pc:sldMk cId="2801799437" sldId="880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2801799437" sldId="880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3:22.505" v="3071"/>
          <ac:spMkLst>
            <pc:docMk/>
            <pc:sldMk cId="2801799437" sldId="880"/>
            <ac:spMk id="4" creationId="{76D38FBC-CF5E-F2F3-5D28-BB358B06C58B}"/>
          </ac:spMkLst>
        </pc:spChg>
        <pc:spChg chg="del">
          <ac:chgData name="Long Tran" userId="e540d250-70c7-4be3-b4a2-b5ecbc3dd049" providerId="ADAL" clId="{021170A2-D43A-6741-AC56-E68B53207D68}" dt="2023-02-08T02:33:22.158" v="3070" actId="478"/>
          <ac:spMkLst>
            <pc:docMk/>
            <pc:sldMk cId="2801799437" sldId="880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3:25.949" v="3073"/>
        <pc:sldMkLst>
          <pc:docMk/>
          <pc:sldMk cId="196777356" sldId="881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196777356" sldId="881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3:25.949" v="3073"/>
          <ac:spMkLst>
            <pc:docMk/>
            <pc:sldMk cId="196777356" sldId="881"/>
            <ac:spMk id="4" creationId="{08675236-E6DE-A331-B29B-E7D3E12B4691}"/>
          </ac:spMkLst>
        </pc:spChg>
        <pc:spChg chg="del">
          <ac:chgData name="Long Tran" userId="e540d250-70c7-4be3-b4a2-b5ecbc3dd049" providerId="ADAL" clId="{021170A2-D43A-6741-AC56-E68B53207D68}" dt="2023-02-08T02:33:25.647" v="3072" actId="478"/>
          <ac:spMkLst>
            <pc:docMk/>
            <pc:sldMk cId="196777356" sldId="881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3:29.350" v="3075"/>
        <pc:sldMkLst>
          <pc:docMk/>
          <pc:sldMk cId="3734677918" sldId="882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3734677918" sldId="882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3:29.350" v="3075"/>
          <ac:spMkLst>
            <pc:docMk/>
            <pc:sldMk cId="3734677918" sldId="882"/>
            <ac:spMk id="4" creationId="{D7468998-99EA-CC28-AD78-099646114718}"/>
          </ac:spMkLst>
        </pc:spChg>
        <pc:spChg chg="del">
          <ac:chgData name="Long Tran" userId="e540d250-70c7-4be3-b4a2-b5ecbc3dd049" providerId="ADAL" clId="{021170A2-D43A-6741-AC56-E68B53207D68}" dt="2023-02-08T02:33:29.074" v="3074" actId="478"/>
          <ac:spMkLst>
            <pc:docMk/>
            <pc:sldMk cId="3734677918" sldId="882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33:39.366" v="3077"/>
        <pc:sldMkLst>
          <pc:docMk/>
          <pc:sldMk cId="2937382561" sldId="883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2937382561" sldId="883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33:39.366" v="3077"/>
          <ac:spMkLst>
            <pc:docMk/>
            <pc:sldMk cId="2937382561" sldId="883"/>
            <ac:spMk id="4" creationId="{7E8E225F-FCC1-F993-DDE3-199D5C1406D3}"/>
          </ac:spMkLst>
        </pc:spChg>
        <pc:spChg chg="del">
          <ac:chgData name="Long Tran" userId="e540d250-70c7-4be3-b4a2-b5ecbc3dd049" providerId="ADAL" clId="{021170A2-D43A-6741-AC56-E68B53207D68}" dt="2023-02-08T02:33:38.411" v="3076" actId="478"/>
          <ac:spMkLst>
            <pc:docMk/>
            <pc:sldMk cId="2937382561" sldId="883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53:12.328" v="3079"/>
        <pc:sldMkLst>
          <pc:docMk/>
          <pc:sldMk cId="725622393" sldId="884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725622393" sldId="884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53:12.328" v="3079"/>
          <ac:spMkLst>
            <pc:docMk/>
            <pc:sldMk cId="725622393" sldId="884"/>
            <ac:spMk id="4" creationId="{B64F4C97-84B0-C39E-9CF5-C2590AD52522}"/>
          </ac:spMkLst>
        </pc:spChg>
        <pc:spChg chg="del">
          <ac:chgData name="Long Tran" userId="e540d250-70c7-4be3-b4a2-b5ecbc3dd049" providerId="ADAL" clId="{021170A2-D43A-6741-AC56-E68B53207D68}" dt="2023-02-08T02:53:11.979" v="3078" actId="478"/>
          <ac:spMkLst>
            <pc:docMk/>
            <pc:sldMk cId="725622393" sldId="884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53:15.254" v="3081"/>
        <pc:sldMkLst>
          <pc:docMk/>
          <pc:sldMk cId="920650269" sldId="885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920650269" sldId="885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53:15.254" v="3081"/>
          <ac:spMkLst>
            <pc:docMk/>
            <pc:sldMk cId="920650269" sldId="885"/>
            <ac:spMk id="4" creationId="{8D5BE57D-0F94-3FF9-4530-5D54E8F1C9D0}"/>
          </ac:spMkLst>
        </pc:spChg>
        <pc:spChg chg="del">
          <ac:chgData name="Long Tran" userId="e540d250-70c7-4be3-b4a2-b5ecbc3dd049" providerId="ADAL" clId="{021170A2-D43A-6741-AC56-E68B53207D68}" dt="2023-02-08T02:53:14.913" v="3080" actId="478"/>
          <ac:spMkLst>
            <pc:docMk/>
            <pc:sldMk cId="920650269" sldId="885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021170A2-D43A-6741-AC56-E68B53207D68}" dt="2023-02-08T02:53:18.279" v="3083"/>
        <pc:sldMkLst>
          <pc:docMk/>
          <pc:sldMk cId="2432767135" sldId="886"/>
        </pc:sldMkLst>
        <pc:spChg chg="mod">
          <ac:chgData name="Long Tran" userId="e540d250-70c7-4be3-b4a2-b5ecbc3dd049" providerId="ADAL" clId="{021170A2-D43A-6741-AC56-E68B53207D68}" dt="2023-02-08T01:02:41.525" v="9" actId="790"/>
          <ac:spMkLst>
            <pc:docMk/>
            <pc:sldMk cId="2432767135" sldId="886"/>
            <ac:spMk id="2" creationId="{00000000-0000-0000-0000-000000000000}"/>
          </ac:spMkLst>
        </pc:spChg>
        <pc:spChg chg="add mod">
          <ac:chgData name="Long Tran" userId="e540d250-70c7-4be3-b4a2-b5ecbc3dd049" providerId="ADAL" clId="{021170A2-D43A-6741-AC56-E68B53207D68}" dt="2023-02-08T02:53:18.279" v="3083"/>
          <ac:spMkLst>
            <pc:docMk/>
            <pc:sldMk cId="2432767135" sldId="886"/>
            <ac:spMk id="4" creationId="{7634D3AC-0DE7-C09D-8B6F-D84912F32677}"/>
          </ac:spMkLst>
        </pc:spChg>
        <pc:spChg chg="del">
          <ac:chgData name="Long Tran" userId="e540d250-70c7-4be3-b4a2-b5ecbc3dd049" providerId="ADAL" clId="{021170A2-D43A-6741-AC56-E68B53207D68}" dt="2023-02-08T02:53:17.930" v="3082" actId="478"/>
          <ac:spMkLst>
            <pc:docMk/>
            <pc:sldMk cId="2432767135" sldId="886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2E9864FE-FFA6-4015-A909-1022FFF67E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137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25546A54-71DD-48C4-8071-9DA185745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461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Please retain proper</a:t>
            </a:r>
            <a:r>
              <a:rPr lang="en-US" baseline="0" dirty="0"/>
              <a:t> attribution, including the reference to </a:t>
            </a:r>
            <a:r>
              <a:rPr lang="en-US" baseline="0" dirty="0" err="1"/>
              <a:t>ai.berkeley.edu</a:t>
            </a:r>
            <a:r>
              <a:rPr lang="en-US" baseline="0" dirty="0"/>
              <a:t>.  </a:t>
            </a:r>
            <a:r>
              <a:rPr lang="en-US" baseline="0"/>
              <a:t>Thanks!</a:t>
            </a:r>
            <a:endParaRPr lang="en-US" sz="120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53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552C0BAA-F2C0-47C6-A20B-733CA31DCFFD}" type="slidenum">
              <a:rPr lang="en-US"/>
              <a:pPr defTabSz="988101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88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Let</a:t>
            </a:r>
            <a:r>
              <a:rPr lang="ja-JP" altLang="en-US">
                <a:ea typeface="ＭＳ Ｐゴシック" pitchFamily="34" charset="-128"/>
              </a:rPr>
              <a:t>’</a:t>
            </a:r>
            <a:r>
              <a:rPr lang="en-US" altLang="ja-JP" dirty="0">
                <a:ea typeface="ＭＳ Ｐゴシック" pitchFamily="34" charset="-128"/>
              </a:rPr>
              <a:t>s start by equations that characterize these quantities through mutual recursions.  [step through this by writing on slide, one step at a time]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Recursive characterization of V* in terms of V*; not necessarily helpful; but it is a characterization.</a:t>
            </a: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Note: this is a set of equations that needs to be satisfied; but it could have multiple solutions (it does not, but at this stage of our knowledge it could).</a:t>
            </a: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C1E7E75B-705E-4367-8AB0-DE7E9DB4A734}" type="slidenum">
              <a:rPr lang="en-US"/>
              <a:pPr defTabSz="988101"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Discuss computational complexity: S * A * S   times number of iterations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Note: updates not in place [if in place, it means something else and not even clear what it means]</a:t>
            </a: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AD2D01F0-63A4-49FC-8DAB-288B21321D7F}" type="slidenum">
              <a:rPr lang="en-US"/>
              <a:pPr defTabSz="988101"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01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16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00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steps through value iteration; snapshots of values shown on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97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8575"/>
          </a:xfrm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AAF19E-84D5-46F0-A260-D54E8B8C2C8D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2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B1124-3B65-4401-B276-274C2D6351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7CBA2C-8853-4EEC-A9C0-BF38CC3A908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A1342-2FDA-4F20-9006-4FFE3B3DDCD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7A9B9-A528-49B2-A5AC-7FC7F146AAD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BD1D5-698D-4ABD-96D1-60AB116F7BB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31EB9-E8B7-4F85-BEA6-645986A209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34593-C47F-487A-806C-BD659E4FF3D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C6467-265A-48EC-B6B6-0745C57723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808A6-43CB-46EB-8799-3CB612732E3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EB7375-CCC7-48CA-86EB-B708B70A3B5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E4AFE-CC9F-40B0-91AA-2AFCDD65BDB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2BCD2EF7-175E-4E4C-8CBF-036C0AE01D7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2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w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4.xml"/><Relationship Id="rId7" Type="http://schemas.openxmlformats.org/officeDocument/2006/relationships/image" Target="../media/image1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15.sv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57388" y="762000"/>
            <a:ext cx="8634412" cy="5756274"/>
          </a:xfrm>
          <a:prstGeom prst="rect">
            <a:avLst/>
          </a:prstGeom>
          <a:noFill/>
        </p:spPr>
      </p:pic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3"/>
            <a:ext cx="12192000" cy="1470025"/>
          </a:xfrm>
        </p:spPr>
        <p:txBody>
          <a:bodyPr/>
          <a:lstStyle/>
          <a:p>
            <a:pPr eaLnBrk="1" hangingPunct="1"/>
            <a:r>
              <a:rPr lang="vi-VN" noProof="0" dirty="0"/>
              <a:t>INT3401: Trí tuệ nhân tạo</a:t>
            </a:r>
            <a:br>
              <a:rPr lang="vi-VN" noProof="0" dirty="0"/>
            </a:br>
            <a:endParaRPr lang="vi-VN" sz="3600" noProof="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066800"/>
            <a:ext cx="12192000" cy="1524000"/>
          </a:xfrm>
        </p:spPr>
        <p:txBody>
          <a:bodyPr/>
          <a:lstStyle/>
          <a:p>
            <a:pPr eaLnBrk="1" hangingPunct="1"/>
            <a:r>
              <a:rPr lang="vi-VN" sz="4300" noProof="0" dirty="0"/>
              <a:t>Quá trình quyết định Markov II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0" y="6175513"/>
            <a:ext cx="12192000" cy="623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[These slides were adapted and translated from slides by Dan Klein and Pieter </a:t>
            </a:r>
            <a:r>
              <a:rPr lang="en-US" dirty="0" err="1">
                <a:latin typeface="Calibri"/>
                <a:cs typeface="Calibri"/>
              </a:rPr>
              <a:t>Abbeel</a:t>
            </a:r>
            <a:r>
              <a:rPr lang="en-US" dirty="0">
                <a:latin typeface="Calibri"/>
                <a:cs typeface="Calibri"/>
              </a:rPr>
              <a:t> for CS188 Intro to AI at UC Berkeley.</a:t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 All materials available at http://</a:t>
            </a:r>
            <a:r>
              <a:rPr lang="en-US" dirty="0" err="1">
                <a:latin typeface="Calibri"/>
                <a:cs typeface="Calibri"/>
              </a:rPr>
              <a:t>ai.berkeley.edu</a:t>
            </a:r>
            <a:r>
              <a:rPr lang="en-US" dirty="0">
                <a:latin typeface="Calibri"/>
                <a:cs typeface="Calibri"/>
              </a:rPr>
              <a:t>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ea typeface="ＭＳ Ｐゴシック" pitchFamily="34" charset="-128"/>
              </a:rPr>
              <a:t>Ví dụ: Thế giới lưới (Grid World)</a:t>
            </a:r>
            <a:endParaRPr lang="vi-VN" noProof="0" dirty="0">
              <a:ea typeface="ＭＳ Ｐゴシック" pitchFamily="34" charset="-128"/>
            </a:endParaRPr>
          </a:p>
        </p:txBody>
      </p:sp>
      <p:pic>
        <p:nvPicPr>
          <p:cNvPr id="1843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90735" y="1371600"/>
            <a:ext cx="4495800" cy="348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Rectangle 3"/>
          <p:cNvSpPr txBox="1">
            <a:spLocks noChangeArrowheads="1"/>
          </p:cNvSpPr>
          <p:nvPr/>
        </p:nvSpPr>
        <p:spPr bwMode="auto">
          <a:xfrm>
            <a:off x="228600" y="1493838"/>
            <a:ext cx="64770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sz="2000" dirty="0">
                <a:solidFill>
                  <a:schemeClr val="accent2"/>
                </a:solidFill>
                <a:latin typeface="Calibri" pitchFamily="34" charset="0"/>
              </a:rPr>
              <a:t>Bài toán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Tác tử hoạt động trong một lưới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Tường hoặc đá chặn đường đi</a:t>
            </a:r>
            <a:endParaRPr lang="vi-VN" altLang="ja-JP" dirty="0">
              <a:latin typeface="Calibri" pitchFamily="34" charset="0"/>
            </a:endParaRP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endParaRPr lang="vi-VN" altLang="ja-JP" sz="600" dirty="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sz="2000" dirty="0">
                <a:solidFill>
                  <a:schemeClr val="accent2"/>
                </a:solidFill>
                <a:latin typeface="Calibri" pitchFamily="34" charset="0"/>
              </a:rPr>
              <a:t>Nhiễu: </a:t>
            </a:r>
            <a:r>
              <a:rPr lang="vi-VN" altLang="ja-JP" sz="2000" dirty="0">
                <a:solidFill>
                  <a:schemeClr val="accent2"/>
                </a:solidFill>
                <a:latin typeface="Calibri" pitchFamily="34" charset="0"/>
              </a:rPr>
              <a:t>hành động không luôn luôn như mong muốn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80% thời gian, hành động North đưa tác tử về phía North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10% thời gian, North đưa tác tử về phía West, 10% về phía East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Có tường hoặc đá ở hướng di chuyển thì tác tử đứng yên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vi-VN" sz="600" dirty="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sz="2000" dirty="0">
                <a:solidFill>
                  <a:schemeClr val="accent2"/>
                </a:solidFill>
                <a:latin typeface="Calibri" pitchFamily="34" charset="0"/>
              </a:rPr>
              <a:t>Tác tử nhận thưởng cho mỗi bước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Thưởng nhỏ cho mỗi bước</a:t>
            </a:r>
            <a:r>
              <a:rPr lang="vi-VN" altLang="ja-JP" dirty="0">
                <a:latin typeface="Calibri" pitchFamily="34" charset="0"/>
              </a:rPr>
              <a:t> (dương: sống lâu thì tốt, âm: càng nhanh đến mục tiêu càng tốt)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Thưởng lớn cho mục tiêu (dương: thưởng lớn, âm: phạt lớn)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endParaRPr lang="vi-VN" sz="600" dirty="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sz="2000" dirty="0">
                <a:solidFill>
                  <a:schemeClr val="accent2"/>
                </a:solidFill>
                <a:latin typeface="Calibri" pitchFamily="34" charset="0"/>
              </a:rPr>
              <a:t>Mục tiêu: Cực đại hoá tổng điểm thưởng (có chiết khấu)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43135" y="1373299"/>
            <a:ext cx="4439265" cy="3197001"/>
          </a:xfrm>
          <a:prstGeom prst="rect">
            <a:avLst/>
          </a:prstGeom>
          <a:noFill/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210800" y="3896549"/>
            <a:ext cx="457200" cy="24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067801" y="3886200"/>
            <a:ext cx="509618" cy="218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677400" y="2895600"/>
            <a:ext cx="433322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 descr="C:\Users\Dan\Dropbox\Office\CS 188\Ketrina Art\MDPs\AgentTopDown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471422" y="3581400"/>
            <a:ext cx="815578" cy="762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Nhắc lại</a:t>
            </a:r>
            <a:r>
              <a:rPr lang="vi-VN" noProof="0" dirty="0"/>
              <a:t>: Quá trình quyết định Markov (MDP)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Quá trình quyết định Markov:</a:t>
            </a:r>
          </a:p>
          <a:p>
            <a:pPr lvl="1"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Tập trạng thái S</a:t>
            </a:r>
          </a:p>
          <a:p>
            <a:pPr lvl="1">
              <a:lnSpc>
                <a:spcPct val="80000"/>
              </a:lnSpc>
            </a:pPr>
            <a:r>
              <a:rPr lang="vi-VN" dirty="0">
                <a:ea typeface="ＭＳ Ｐゴシック" pitchFamily="34" charset="-128"/>
              </a:rPr>
              <a:t>Trạng thái bắt đầu</a:t>
            </a:r>
            <a:r>
              <a:rPr lang="vi-VN" noProof="0" dirty="0">
                <a:ea typeface="ＭＳ Ｐゴシック" pitchFamily="34" charset="-128"/>
              </a:rPr>
              <a:t> s</a:t>
            </a:r>
            <a:r>
              <a:rPr lang="vi-VN" baseline="-25000" noProof="0" dirty="0">
                <a:ea typeface="ＭＳ Ｐゴシック" pitchFamily="34" charset="-128"/>
              </a:rPr>
              <a:t>0</a:t>
            </a:r>
          </a:p>
          <a:p>
            <a:pPr lvl="1"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Tập hành động A</a:t>
            </a:r>
          </a:p>
          <a:p>
            <a:pPr lvl="1">
              <a:lnSpc>
                <a:spcPct val="80000"/>
              </a:lnSpc>
            </a:pPr>
            <a:r>
              <a:rPr lang="vi-VN" dirty="0">
                <a:ea typeface="ＭＳ Ｐゴシック" pitchFamily="34" charset="-128"/>
              </a:rPr>
              <a:t>Hàm chuyển</a:t>
            </a:r>
            <a:r>
              <a:rPr lang="vi-VN" noProof="0" dirty="0">
                <a:ea typeface="ＭＳ Ｐゴシック" pitchFamily="34" charset="-128"/>
              </a:rPr>
              <a:t> P(s’</a:t>
            </a:r>
            <a:r>
              <a:rPr lang="vi-VN" altLang="ja-JP" noProof="0" dirty="0">
                <a:ea typeface="ＭＳ Ｐゴシック" pitchFamily="34" charset="-128"/>
              </a:rPr>
              <a:t>|s,a) (or T(s,a,s’))</a:t>
            </a:r>
          </a:p>
          <a:p>
            <a:pPr lvl="1"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Điểm thưởng R(s,a,s’</a:t>
            </a:r>
            <a:r>
              <a:rPr lang="vi-VN" altLang="ja-JP" noProof="0" dirty="0">
                <a:ea typeface="ＭＳ Ｐゴシック" pitchFamily="34" charset="-128"/>
              </a:rPr>
              <a:t>) (hệ số chiết khấu </a:t>
            </a:r>
            <a:r>
              <a:rPr lang="vi-VN" altLang="ja-JP" noProof="0" dirty="0">
                <a:ea typeface="ＭＳ Ｐゴシック" pitchFamily="34" charset="-128"/>
                <a:sym typeface="Symbol" pitchFamily="18" charset="2"/>
              </a:rPr>
              <a:t></a:t>
            </a:r>
            <a:r>
              <a:rPr lang="vi-VN" altLang="ja-JP" noProof="0" dirty="0">
                <a:ea typeface="ＭＳ Ｐゴシック" pitchFamily="34" charset="-128"/>
              </a:rPr>
              <a:t>)</a:t>
            </a:r>
            <a:endParaRPr lang="vi-VN" baseline="-25000" noProof="0" dirty="0"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endParaRPr lang="vi-VN" baseline="-25000" noProof="0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Các đại lượng chính (cần tính toán):</a:t>
            </a:r>
          </a:p>
          <a:p>
            <a:pPr lvl="1"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Chiến lược = Lựa chọn hành động ở mỗi trạng thái</a:t>
            </a:r>
          </a:p>
          <a:p>
            <a:pPr lvl="1"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Lợi ích = tổng điểm thưởng (có chiết khấu)</a:t>
            </a:r>
            <a:endParaRPr lang="vi-VN" dirty="0"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vi-VN" dirty="0">
                <a:ea typeface="ＭＳ Ｐゴシック" pitchFamily="34" charset="-128"/>
              </a:rPr>
              <a:t>Hàm V(s) = kì vọng lợi ích khi bắt đầu từ một trạng thái s</a:t>
            </a:r>
          </a:p>
          <a:p>
            <a:pPr lvl="1">
              <a:lnSpc>
                <a:spcPct val="80000"/>
              </a:lnSpc>
            </a:pPr>
            <a:r>
              <a:rPr lang="vi-VN" dirty="0">
                <a:ea typeface="ＭＳ Ｐゴシック" pitchFamily="34" charset="-128"/>
              </a:rPr>
              <a:t>Hàm Q(s, a) = kì vọng lợi ích khi bắt đầu từ q-trạng thái (s,a) (nút EXP)</a:t>
            </a:r>
            <a:endParaRPr lang="vi-VN" sz="2400" noProof="0" dirty="0"/>
          </a:p>
        </p:txBody>
      </p:sp>
      <p:grpSp>
        <p:nvGrpSpPr>
          <p:cNvPr id="25" name="Group 4"/>
          <p:cNvGrpSpPr>
            <a:grpSpLocks/>
          </p:cNvGrpSpPr>
          <p:nvPr/>
        </p:nvGrpSpPr>
        <p:grpSpPr bwMode="auto">
          <a:xfrm>
            <a:off x="8001000" y="1600200"/>
            <a:ext cx="3048000" cy="2754586"/>
            <a:chOff x="2400" y="1401"/>
            <a:chExt cx="1392" cy="1258"/>
          </a:xfrm>
        </p:grpSpPr>
        <p:sp>
          <p:nvSpPr>
            <p:cNvPr id="26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27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40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1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2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3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28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29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36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7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8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9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30" name="Text Box 17"/>
            <p:cNvSpPr txBox="1">
              <a:spLocks noChangeArrowheads="1"/>
            </p:cNvSpPr>
            <p:nvPr/>
          </p:nvSpPr>
          <p:spPr bwMode="auto">
            <a:xfrm>
              <a:off x="307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31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32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>
                  <a:latin typeface="Calibri"/>
                  <a:cs typeface="Calibri"/>
                </a:rPr>
                <a:t>s,a,s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34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Các đại lượng tối ưu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" y="1447800"/>
            <a:ext cx="6705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vi-VN" sz="2800" kern="0" dirty="0">
                <a:solidFill>
                  <a:schemeClr val="accent2"/>
                </a:solidFill>
                <a:latin typeface="Calibri" pitchFamily="34" charset="0"/>
                <a:ea typeface="+mn-ea"/>
              </a:rPr>
              <a:t>Giá trị (lợi ích) của một trạng thái s</a:t>
            </a: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V</a:t>
            </a:r>
            <a:r>
              <a:rPr kumimoji="0" lang="vi-VN" sz="28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*</a:t>
            </a: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(s) = kì vọng lợi ích khi bắt đầu </a:t>
            </a:r>
            <a:r>
              <a:rPr lang="vi-VN" sz="2800" kern="0" dirty="0">
                <a:latin typeface="Calibri" pitchFamily="34" charset="0"/>
              </a:rPr>
              <a:t>ở trạng thái s và hành động một cách tối ưu</a:t>
            </a:r>
            <a:endParaRPr kumimoji="0" lang="vi-VN" sz="2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itchFamily="34" charset="0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vi-VN" sz="28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Giá trị (lợi ích) của trạng thái q (s,a):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Q</a:t>
            </a:r>
            <a:r>
              <a:rPr kumimoji="0" lang="vi-VN" sz="28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*</a:t>
            </a: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(s,a) = kì vọng lợi ích khi sử dụng hành động a tại trạng thái s rồi sau đó hành động một cách tối ưu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endParaRPr kumimoji="0" lang="vi-VN" sz="28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Chiến lược tối ưu: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</a:t>
            </a:r>
            <a:r>
              <a:rPr kumimoji="0" lang="vi-VN" sz="28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*</a:t>
            </a: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(s) = hành động tối ưu ở trạng thái s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8732838" y="2209800"/>
            <a:ext cx="350837" cy="276225"/>
          </a:xfrm>
          <a:prstGeom prst="triangle">
            <a:avLst>
              <a:gd name="adj" fmla="val 50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615363" y="4468813"/>
            <a:ext cx="350837" cy="276225"/>
          </a:xfrm>
          <a:prstGeom prst="triangle">
            <a:avLst>
              <a:gd name="adj" fmla="val 50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rtl="1"/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7504113" y="2498725"/>
            <a:ext cx="1403350" cy="806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H="1">
            <a:off x="8382000" y="2498725"/>
            <a:ext cx="525463" cy="806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8907463" y="2498725"/>
            <a:ext cx="525462" cy="6905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11"/>
          <p:cNvSpPr>
            <a:spLocks noChangeArrowheads="1"/>
          </p:cNvSpPr>
          <p:nvPr/>
        </p:nvSpPr>
        <p:spPr bwMode="auto">
          <a:xfrm>
            <a:off x="8264525" y="3305175"/>
            <a:ext cx="292100" cy="28733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7696200" y="3592513"/>
            <a:ext cx="690563" cy="465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8386763" y="3592513"/>
            <a:ext cx="757237" cy="3889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 flipH="1">
            <a:off x="7945438" y="3592513"/>
            <a:ext cx="441325" cy="8636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8386763" y="3592513"/>
            <a:ext cx="423862" cy="8636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8674100" y="2740025"/>
            <a:ext cx="2921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9083675" y="2209800"/>
            <a:ext cx="292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8991600" y="4456113"/>
            <a:ext cx="381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</a:pPr>
            <a:r>
              <a:rPr lang="en-US">
                <a:solidFill>
                  <a:srgbClr val="0000FF"/>
                </a:solidFill>
              </a:rPr>
              <a:t>s’</a:t>
            </a:r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8556625" y="3305175"/>
            <a:ext cx="584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</a:rPr>
              <a:t>s, a</a:t>
            </a:r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 flipH="1">
            <a:off x="7388225" y="4745038"/>
            <a:ext cx="1401763" cy="403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24"/>
          <p:cNvSpPr>
            <a:spLocks noChangeShapeType="1"/>
          </p:cNvSpPr>
          <p:nvPr/>
        </p:nvSpPr>
        <p:spPr bwMode="auto">
          <a:xfrm flipH="1">
            <a:off x="8264525" y="4745038"/>
            <a:ext cx="525463" cy="403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8789988" y="4745038"/>
            <a:ext cx="527050" cy="3444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9723438" y="4016375"/>
            <a:ext cx="216376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C00000"/>
                </a:solidFill>
              </a:rPr>
              <a:t>(s,a,s’) is a </a:t>
            </a:r>
            <a:br>
              <a:rPr lang="en-US" sz="2000">
                <a:solidFill>
                  <a:srgbClr val="C00000"/>
                </a:solidFill>
              </a:rPr>
            </a:br>
            <a:r>
              <a:rPr lang="en-US" sz="2000" i="1">
                <a:solidFill>
                  <a:srgbClr val="C00000"/>
                </a:solidFill>
              </a:rPr>
              <a:t>transition</a:t>
            </a:r>
          </a:p>
        </p:txBody>
      </p:sp>
      <p:sp>
        <p:nvSpPr>
          <p:cNvPr id="23" name="Text Box 28"/>
          <p:cNvSpPr txBox="1">
            <a:spLocks noChangeArrowheads="1"/>
          </p:cNvSpPr>
          <p:nvPr/>
        </p:nvSpPr>
        <p:spPr bwMode="auto">
          <a:xfrm>
            <a:off x="7924800" y="4008438"/>
            <a:ext cx="81915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s,a,s’</a:t>
            </a:r>
          </a:p>
        </p:txBody>
      </p:sp>
      <p:sp>
        <p:nvSpPr>
          <p:cNvPr id="24" name="Text Box 30"/>
          <p:cNvSpPr txBox="1">
            <a:spLocks noChangeArrowheads="1"/>
          </p:cNvSpPr>
          <p:nvPr/>
        </p:nvSpPr>
        <p:spPr bwMode="auto">
          <a:xfrm>
            <a:off x="9723438" y="2076450"/>
            <a:ext cx="105251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FF"/>
                </a:solidFill>
              </a:rPr>
              <a:t>s is a </a:t>
            </a:r>
            <a:r>
              <a:rPr lang="en-US" sz="2000" i="1">
                <a:solidFill>
                  <a:srgbClr val="0000FF"/>
                </a:solidFill>
              </a:rPr>
              <a:t>state</a:t>
            </a:r>
          </a:p>
        </p:txBody>
      </p:sp>
      <p:sp>
        <p:nvSpPr>
          <p:cNvPr id="25" name="Text Box 32"/>
          <p:cNvSpPr txBox="1">
            <a:spLocks noChangeArrowheads="1"/>
          </p:cNvSpPr>
          <p:nvPr/>
        </p:nvSpPr>
        <p:spPr bwMode="auto">
          <a:xfrm>
            <a:off x="9723438" y="3048000"/>
            <a:ext cx="12954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008000"/>
                </a:solidFill>
              </a:rPr>
              <a:t>(s, a) is a </a:t>
            </a:r>
            <a:r>
              <a:rPr lang="en-US" sz="2000" i="1" dirty="0">
                <a:solidFill>
                  <a:srgbClr val="008000"/>
                </a:solidFill>
              </a:rPr>
              <a:t>q-state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Ví dụ: Hàm giá trị tối ưu V*</a:t>
            </a:r>
            <a:endParaRPr lang="vi-VN" noProof="0" dirty="0"/>
          </a:p>
        </p:txBody>
      </p:sp>
      <p:pic>
        <p:nvPicPr>
          <p:cNvPr id="3" name="Picture 2" descr="Screen Shot 2014-08-11 at 12.15.5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35" y="1083733"/>
            <a:ext cx="6286531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6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Ví dụ: Hàm Q-giá trị tối ưu Q*</a:t>
            </a:r>
            <a:endParaRPr lang="vi-VN" noProof="0" dirty="0"/>
          </a:p>
        </p:txBody>
      </p:sp>
      <p:pic>
        <p:nvPicPr>
          <p:cNvPr id="3" name="Picture 2" descr="Screen Shot 2014-08-11 at 12.16.0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424" y="1143000"/>
            <a:ext cx="6245153" cy="574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7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Phương trình Bellman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3875" y="1219677"/>
            <a:ext cx="8551863" cy="514254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953000" y="2133600"/>
            <a:ext cx="487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Calibri" pitchFamily="34" charset="0"/>
              </a:rPr>
              <a:t>Thế nào </a:t>
            </a:r>
            <a:r>
              <a:rPr lang="vi-VN" sz="2400">
                <a:latin typeface="Calibri" pitchFamily="34" charset="0"/>
              </a:rPr>
              <a:t>là chiến lược tối </a:t>
            </a:r>
            <a:r>
              <a:rPr lang="vi-VN" sz="2400" dirty="0">
                <a:latin typeface="Calibri" pitchFamily="34" charset="0"/>
              </a:rPr>
              <a:t>ưu:</a:t>
            </a:r>
          </a:p>
          <a:p>
            <a:endParaRPr lang="vi-VN" sz="1600" dirty="0">
              <a:latin typeface="Calibri" pitchFamily="34" charset="0"/>
            </a:endParaRPr>
          </a:p>
          <a:p>
            <a:r>
              <a:rPr lang="vi-VN" sz="2400" dirty="0">
                <a:latin typeface="Calibri" pitchFamily="34" charset="0"/>
              </a:rPr>
              <a:t>    Bước 1: Hành động đầu tiên tối ưu</a:t>
            </a:r>
          </a:p>
          <a:p>
            <a:endParaRPr lang="vi-VN" sz="1600" dirty="0">
              <a:latin typeface="Calibri" pitchFamily="34" charset="0"/>
            </a:endParaRPr>
          </a:p>
          <a:p>
            <a:r>
              <a:rPr lang="vi-VN" sz="2400" dirty="0">
                <a:latin typeface="Calibri" pitchFamily="34" charset="0"/>
              </a:rPr>
              <a:t>    Bước 2: Lặp lại bước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ea typeface="ＭＳ Ｐゴシック" pitchFamily="34" charset="-128"/>
                <a:cs typeface="Calibri"/>
              </a:rPr>
              <a:t>The Bellman Equations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10600" cy="4648200"/>
          </a:xfrm>
        </p:spPr>
        <p:txBody>
          <a:bodyPr/>
          <a:lstStyle/>
          <a:p>
            <a:r>
              <a:rPr lang="vi-VN" sz="2800" dirty="0">
                <a:latin typeface="Calibri"/>
                <a:ea typeface="ＭＳ Ｐゴシック" pitchFamily="34" charset="-128"/>
                <a:cs typeface="Calibri"/>
              </a:rPr>
              <a:t>Định nghĩa</a:t>
            </a:r>
            <a:r>
              <a:rPr lang="vi-VN" sz="2800" noProof="0" dirty="0">
                <a:latin typeface="Calibri"/>
                <a:ea typeface="ＭＳ Ｐゴシック" pitchFamily="34" charset="-128"/>
                <a:cs typeface="Calibri"/>
              </a:rPr>
              <a:t> </a:t>
            </a:r>
            <a:r>
              <a:rPr lang="vi-VN" altLang="ja-JP" sz="2800" noProof="0" dirty="0">
                <a:latin typeface="Calibri"/>
                <a:ea typeface="ＭＳ Ｐゴシック" pitchFamily="34" charset="-128"/>
                <a:cs typeface="Calibri"/>
              </a:rPr>
              <a:t>“lợi ích tối ưu” thông qua cây tìm kiếm expectimax cho công thức hồi quy</a:t>
            </a:r>
          </a:p>
          <a:p>
            <a:endParaRPr lang="vi-VN" altLang="ja-JP" sz="2400" noProof="0" dirty="0">
              <a:latin typeface="Calibri"/>
              <a:ea typeface="ＭＳ Ｐゴシック" pitchFamily="34" charset="-128"/>
              <a:cs typeface="Calibri"/>
            </a:endParaRPr>
          </a:p>
          <a:p>
            <a:endParaRPr lang="vi-VN" altLang="ja-JP" sz="2400" noProof="0" dirty="0">
              <a:latin typeface="Calibri"/>
              <a:ea typeface="ＭＳ Ｐゴシック" pitchFamily="34" charset="-128"/>
              <a:cs typeface="Calibri"/>
            </a:endParaRPr>
          </a:p>
          <a:p>
            <a:endParaRPr lang="vi-VN" altLang="ja-JP" sz="2400" noProof="0" dirty="0">
              <a:latin typeface="Calibri"/>
              <a:ea typeface="ＭＳ Ｐゴシック" pitchFamily="34" charset="-128"/>
              <a:cs typeface="Calibri"/>
            </a:endParaRPr>
          </a:p>
          <a:p>
            <a:endParaRPr lang="vi-VN" altLang="ja-JP" sz="2400" noProof="0" dirty="0">
              <a:latin typeface="Calibri"/>
              <a:ea typeface="ＭＳ Ｐゴシック" pitchFamily="34" charset="-128"/>
              <a:cs typeface="Calibri"/>
            </a:endParaRPr>
          </a:p>
          <a:p>
            <a:endParaRPr lang="vi-VN" altLang="ja-JP" sz="2400" noProof="0" dirty="0">
              <a:latin typeface="Calibri"/>
              <a:ea typeface="ＭＳ Ｐゴシック" pitchFamily="34" charset="-128"/>
              <a:cs typeface="Calibri"/>
            </a:endParaRPr>
          </a:p>
          <a:p>
            <a:endParaRPr lang="vi-VN" altLang="ja-JP" sz="5400" noProof="0" dirty="0">
              <a:latin typeface="Calibri"/>
              <a:ea typeface="ＭＳ Ｐゴシック" pitchFamily="34" charset="-128"/>
              <a:cs typeface="Calibri"/>
            </a:endParaRPr>
          </a:p>
          <a:p>
            <a:r>
              <a:rPr lang="vi-VN" altLang="ja-JP" sz="2800" noProof="0" dirty="0">
                <a:latin typeface="Calibri"/>
                <a:ea typeface="ＭＳ Ｐゴシック" pitchFamily="34" charset="-128"/>
                <a:cs typeface="Calibri"/>
              </a:rPr>
              <a:t>Các phương trình trên dẫn đến phương trình Bellman</a:t>
            </a:r>
            <a:endParaRPr lang="vi-VN" sz="1400" noProof="0" dirty="0">
              <a:solidFill>
                <a:srgbClr val="CC0000"/>
              </a:solidFill>
              <a:latin typeface="Calibri"/>
              <a:ea typeface="ＭＳ Ｐゴシック" pitchFamily="34" charset="-128"/>
              <a:cs typeface="Calibri"/>
            </a:endParaRPr>
          </a:p>
          <a:p>
            <a:pPr lvl="1">
              <a:buFont typeface="Wingdings" pitchFamily="2" charset="2"/>
              <a:buNone/>
            </a:pPr>
            <a:r>
              <a:rPr lang="vi-VN" sz="2400" noProof="0" dirty="0">
                <a:solidFill>
                  <a:srgbClr val="CC0000"/>
                </a:solidFill>
                <a:latin typeface="Calibri"/>
                <a:ea typeface="ＭＳ Ｐゴシック" pitchFamily="34" charset="-128"/>
                <a:cs typeface="Calibri"/>
              </a:rPr>
              <a:t>	</a:t>
            </a:r>
            <a:endParaRPr lang="vi-VN" sz="2800" noProof="0" dirty="0">
              <a:latin typeface="Calibri"/>
              <a:ea typeface="ＭＳ Ｐゴシック" pitchFamily="34" charset="-128"/>
              <a:cs typeface="Calibri"/>
              <a:sym typeface="Symbol" pitchFamily="18" charset="2"/>
            </a:endParaRPr>
          </a:p>
          <a:p>
            <a:endParaRPr lang="vi-VN" sz="2800" noProof="0" dirty="0">
              <a:latin typeface="Calibri"/>
              <a:ea typeface="ＭＳ Ｐゴシック" pitchFamily="34" charset="-128"/>
              <a:cs typeface="Calibri"/>
              <a:sym typeface="Symbol" pitchFamily="18" charset="2"/>
            </a:endParaRPr>
          </a:p>
        </p:txBody>
      </p:sp>
      <p:pic>
        <p:nvPicPr>
          <p:cNvPr id="47" name="Picture 46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295247" y="2895600"/>
            <a:ext cx="3076881" cy="405209"/>
          </a:xfrm>
          <a:prstGeom prst="rect">
            <a:avLst/>
          </a:prstGeom>
          <a:noFill/>
          <a:ln/>
          <a:effectLst/>
        </p:spPr>
      </p:pic>
      <p:pic>
        <p:nvPicPr>
          <p:cNvPr id="46" name="Picture 45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295243" y="4279900"/>
            <a:ext cx="6950388" cy="690805"/>
          </a:xfrm>
          <a:prstGeom prst="rect">
            <a:avLst/>
          </a:prstGeom>
          <a:noFill/>
          <a:ln/>
          <a:effectLst/>
        </p:spPr>
      </p:pic>
      <p:pic>
        <p:nvPicPr>
          <p:cNvPr id="48" name="Picture 47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1301873" y="3538537"/>
            <a:ext cx="5556003" cy="593269"/>
          </a:xfrm>
          <a:prstGeom prst="rect">
            <a:avLst/>
          </a:prstGeom>
          <a:noFill/>
          <a:ln/>
          <a:effectLst/>
        </p:spPr>
      </p:pic>
      <p:grpSp>
        <p:nvGrpSpPr>
          <p:cNvPr id="27" name="Group 4"/>
          <p:cNvGrpSpPr>
            <a:grpSpLocks/>
          </p:cNvGrpSpPr>
          <p:nvPr/>
        </p:nvGrpSpPr>
        <p:grpSpPr bwMode="auto">
          <a:xfrm>
            <a:off x="8610600" y="1665014"/>
            <a:ext cx="3048000" cy="2754586"/>
            <a:chOff x="2400" y="1401"/>
            <a:chExt cx="1392" cy="1258"/>
          </a:xfrm>
        </p:grpSpPr>
        <p:sp>
          <p:nvSpPr>
            <p:cNvPr id="28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29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42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3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5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31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38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9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0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1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>
              <a:off x="307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33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34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35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>
                  <a:latin typeface="Calibri"/>
                  <a:cs typeface="Calibri"/>
                </a:rPr>
                <a:t>s,a,s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36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7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C7E42AD4-2A8D-04BC-5430-316C462A36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5242" y="5041899"/>
            <a:ext cx="6690395" cy="62492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ea typeface="ＭＳ Ｐゴシック" pitchFamily="34" charset="-128"/>
                <a:cs typeface="Calibri"/>
                <a:sym typeface="Symbol" pitchFamily="18" charset="2"/>
              </a:rPr>
              <a:t>Bước lặp giá trị (Value Iteration)</a:t>
            </a:r>
          </a:p>
        </p:txBody>
      </p:sp>
      <p:sp>
        <p:nvSpPr>
          <p:cNvPr id="17571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11277600" cy="480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vi-VN" sz="2800" noProof="0" dirty="0">
                <a:latin typeface="Calibri"/>
                <a:ea typeface="ＭＳ Ｐゴシック" pitchFamily="34" charset="-128"/>
                <a:cs typeface="Calibri"/>
              </a:rPr>
              <a:t>Phương trình Bellman cho giá trị:</a:t>
            </a:r>
          </a:p>
          <a:p>
            <a:pPr>
              <a:lnSpc>
                <a:spcPct val="80000"/>
              </a:lnSpc>
            </a:pPr>
            <a:endParaRPr lang="vi-VN" sz="2800" noProof="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vi-VN" sz="2800" noProof="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vi-VN" sz="2800" noProof="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vi-VN" sz="2800" noProof="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vi-VN" sz="2800" noProof="0" dirty="0">
                <a:latin typeface="Calibri"/>
                <a:ea typeface="ＭＳ Ｐゴシック" pitchFamily="34" charset="-128"/>
                <a:cs typeface="Calibri"/>
              </a:rPr>
              <a:t>Bước lặp giá trị giải phương trình Bellman:</a:t>
            </a:r>
          </a:p>
          <a:p>
            <a:pPr>
              <a:lnSpc>
                <a:spcPct val="80000"/>
              </a:lnSpc>
            </a:pPr>
            <a:endParaRPr lang="vi-VN" sz="2800" noProof="0" dirty="0">
              <a:latin typeface="Calibri"/>
              <a:ea typeface="ＭＳ Ｐゴシック" pitchFamily="34" charset="-128"/>
              <a:cs typeface="Calibri"/>
            </a:endParaRPr>
          </a:p>
          <a:p>
            <a:pPr lvl="1">
              <a:lnSpc>
                <a:spcPct val="80000"/>
              </a:lnSpc>
            </a:pPr>
            <a:endParaRPr lang="vi-VN" sz="2400" noProof="0" dirty="0">
              <a:latin typeface="Calibri"/>
              <a:ea typeface="ＭＳ Ｐゴシック" pitchFamily="34" charset="-128"/>
              <a:cs typeface="Calibri"/>
            </a:endParaRPr>
          </a:p>
          <a:p>
            <a:pPr marL="457176" lvl="1" indent="0">
              <a:lnSpc>
                <a:spcPct val="80000"/>
              </a:lnSpc>
              <a:buNone/>
            </a:pPr>
            <a:endParaRPr lang="vi-VN" sz="2400" noProof="0" dirty="0">
              <a:latin typeface="Calibri"/>
              <a:ea typeface="ＭＳ Ｐゴシック" pitchFamily="34" charset="-128"/>
              <a:cs typeface="Calibri"/>
            </a:endParaRPr>
          </a:p>
          <a:p>
            <a:pPr marL="57145" indent="0">
              <a:lnSpc>
                <a:spcPct val="80000"/>
              </a:lnSpc>
              <a:buNone/>
            </a:pPr>
            <a:r>
              <a:rPr lang="vi-VN" sz="2800" dirty="0">
                <a:latin typeface="Calibri"/>
                <a:ea typeface="ＭＳ Ｐゴシック" pitchFamily="34" charset="-128"/>
                <a:cs typeface="Calibri"/>
                <a:sym typeface="Wingdings" pitchFamily="2" charset="2"/>
              </a:rPr>
              <a:t> Phương pháp điểm bất động (fixed-point method)</a:t>
            </a:r>
            <a:endParaRPr lang="vi-VN" sz="2800" noProof="0" dirty="0">
              <a:latin typeface="Calibri"/>
              <a:ea typeface="ＭＳ Ｐゴシック" pitchFamily="34" charset="-128"/>
              <a:cs typeface="Calibri"/>
            </a:endParaRPr>
          </a:p>
        </p:txBody>
      </p:sp>
      <p:pic>
        <p:nvPicPr>
          <p:cNvPr id="29" name="Picture 2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371600" y="4343400"/>
            <a:ext cx="7266933" cy="690930"/>
          </a:xfrm>
          <a:prstGeom prst="rect">
            <a:avLst/>
          </a:prstGeom>
          <a:noFill/>
          <a:ln/>
          <a:effectLst/>
        </p:spPr>
      </p:pic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9220200" y="1524000"/>
            <a:ext cx="2209800" cy="2427288"/>
            <a:chOff x="2400" y="1209"/>
            <a:chExt cx="1392" cy="1529"/>
          </a:xfrm>
        </p:grpSpPr>
        <p:sp>
          <p:nvSpPr>
            <p:cNvPr id="9" name="AutoShape 11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5" name="Line 15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6" name="Line 16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1" name="Oval 17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grpSp>
          <p:nvGrpSpPr>
            <p:cNvPr id="4" name="Group 18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3024" y="1680"/>
              <a:ext cx="1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14" name="Text Box 24"/>
            <p:cNvSpPr txBox="1">
              <a:spLocks noChangeArrowheads="1"/>
            </p:cNvSpPr>
            <p:nvPr/>
          </p:nvSpPr>
          <p:spPr bwMode="auto">
            <a:xfrm>
              <a:off x="2976" y="1209"/>
              <a:ext cx="62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0000FF"/>
                  </a:solidFill>
                  <a:latin typeface="Calibri"/>
                  <a:cs typeface="Calibri"/>
                </a:rPr>
                <a:t>V(s)</a:t>
              </a:r>
            </a:p>
          </p:txBody>
        </p:sp>
        <p:sp>
          <p:nvSpPr>
            <p:cNvPr id="15" name="Text Box 25"/>
            <p:cNvSpPr txBox="1">
              <a:spLocks noChangeArrowheads="1"/>
            </p:cNvSpPr>
            <p:nvPr/>
          </p:nvSpPr>
          <p:spPr bwMode="auto">
            <a:xfrm>
              <a:off x="2976" y="1920"/>
              <a:ext cx="55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16" name="Text Box 26"/>
            <p:cNvSpPr txBox="1">
              <a:spLocks noChangeArrowheads="1"/>
            </p:cNvSpPr>
            <p:nvPr/>
          </p:nvSpPr>
          <p:spPr bwMode="auto">
            <a:xfrm>
              <a:off x="2592" y="2265"/>
              <a:ext cx="5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>
                  <a:latin typeface="Calibri"/>
                  <a:cs typeface="Calibri"/>
                </a:rPr>
                <a:t>s,a,s</a:t>
              </a:r>
              <a:r>
                <a:rPr lang="ja-JP" altLang="en-US">
                  <a:latin typeface="Calibri"/>
                  <a:cs typeface="Calibri"/>
                </a:rPr>
                <a:t>’</a:t>
              </a:r>
              <a:endParaRPr lang="en-US" dirty="0">
                <a:latin typeface="Calibri"/>
                <a:cs typeface="Calibri"/>
              </a:endParaRPr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2688" y="2505"/>
              <a:ext cx="66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dirty="0">
                  <a:solidFill>
                    <a:srgbClr val="0000FF"/>
                  </a:solidFill>
                  <a:latin typeface="Calibri"/>
                  <a:cs typeface="Calibri"/>
                </a:rPr>
                <a:t>V(s’</a:t>
              </a:r>
              <a:r>
                <a:rPr lang="en-US" altLang="ja-JP" dirty="0">
                  <a:solidFill>
                    <a:srgbClr val="0000FF"/>
                  </a:solidFill>
                  <a:latin typeface="Calibri"/>
                  <a:cs typeface="Calibri"/>
                </a:rPr>
                <a:t>)</a:t>
              </a:r>
              <a:endParaRPr lang="en-US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27" name="Isosceles Triangle 26"/>
          <p:cNvSpPr/>
          <p:nvPr/>
        </p:nvSpPr>
        <p:spPr>
          <a:xfrm>
            <a:off x="9601200" y="4038600"/>
            <a:ext cx="1600200" cy="1752600"/>
          </a:xfrm>
          <a:prstGeom prst="triangle">
            <a:avLst/>
          </a:prstGeom>
          <a:solidFill>
            <a:srgbClr val="8FAA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28" name="Picture 27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295243" y="2286000"/>
            <a:ext cx="6950388" cy="69080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Tính hội tụ*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97001"/>
            <a:ext cx="6375400" cy="4729164"/>
          </a:xfrm>
        </p:spPr>
        <p:txBody>
          <a:bodyPr/>
          <a:lstStyle/>
          <a:p>
            <a:r>
              <a:rPr lang="vi-VN" sz="2000" dirty="0">
                <a:latin typeface="Calibri"/>
                <a:cs typeface="Calibri"/>
              </a:rPr>
              <a:t>Tại sao dãy V</a:t>
            </a:r>
            <a:r>
              <a:rPr lang="vi-VN" sz="2000" baseline="-25000" dirty="0">
                <a:latin typeface="Calibri"/>
                <a:cs typeface="Calibri"/>
              </a:rPr>
              <a:t>k</a:t>
            </a:r>
            <a:r>
              <a:rPr lang="vi-VN" sz="2000" dirty="0">
                <a:latin typeface="Calibri"/>
                <a:cs typeface="Calibri"/>
              </a:rPr>
              <a:t> hội tụ ?</a:t>
            </a:r>
          </a:p>
          <a:p>
            <a:pPr lvl="1"/>
            <a:endParaRPr lang="vi-VN" sz="1600" dirty="0">
              <a:latin typeface="Calibri"/>
              <a:cs typeface="Calibri"/>
            </a:endParaRPr>
          </a:p>
          <a:p>
            <a:r>
              <a:rPr lang="vi-VN" sz="2000" dirty="0">
                <a:latin typeface="Calibri"/>
                <a:cs typeface="Calibri"/>
              </a:rPr>
              <a:t>TH 1: Nếu cây có độ sâu lớn nhất là M thì V</a:t>
            </a:r>
            <a:r>
              <a:rPr lang="vi-VN" sz="2000" baseline="-25000" dirty="0">
                <a:latin typeface="Calibri"/>
                <a:cs typeface="Calibri"/>
              </a:rPr>
              <a:t>M</a:t>
            </a:r>
            <a:r>
              <a:rPr lang="vi-VN" sz="2000" dirty="0">
                <a:latin typeface="Calibri"/>
                <a:cs typeface="Calibri"/>
              </a:rPr>
              <a:t> chứa giá trị expectimax</a:t>
            </a:r>
          </a:p>
          <a:p>
            <a:pPr lvl="1"/>
            <a:endParaRPr lang="vi-VN" sz="1600" dirty="0">
              <a:latin typeface="Calibri"/>
              <a:cs typeface="Calibri"/>
            </a:endParaRPr>
          </a:p>
          <a:p>
            <a:r>
              <a:rPr lang="vi-VN" sz="2000" dirty="0">
                <a:latin typeface="Calibri"/>
                <a:cs typeface="Calibri"/>
              </a:rPr>
              <a:t>TH 2: Nếu hệ số chiết khấu bé hơn 1</a:t>
            </a:r>
          </a:p>
          <a:p>
            <a:pPr lvl="1"/>
            <a:r>
              <a:rPr lang="vi-VN" sz="1800" dirty="0">
                <a:latin typeface="Calibri"/>
                <a:cs typeface="Calibri"/>
              </a:rPr>
              <a:t>Phác thảo chứng minh: 2 bước lặp V</a:t>
            </a:r>
            <a:r>
              <a:rPr lang="vi-VN" sz="1800" baseline="-25000" dirty="0">
                <a:latin typeface="Calibri"/>
                <a:cs typeface="Calibri"/>
              </a:rPr>
              <a:t>k</a:t>
            </a:r>
            <a:r>
              <a:rPr lang="vi-VN" sz="1800" dirty="0">
                <a:latin typeface="Calibri"/>
                <a:cs typeface="Calibri"/>
              </a:rPr>
              <a:t> và V</a:t>
            </a:r>
            <a:r>
              <a:rPr lang="vi-VN" sz="1800" baseline="-25000" dirty="0">
                <a:latin typeface="Calibri"/>
                <a:cs typeface="Calibri"/>
              </a:rPr>
              <a:t>k+1</a:t>
            </a:r>
            <a:r>
              <a:rPr lang="vi-VN" sz="1800" dirty="0">
                <a:latin typeface="Calibri"/>
                <a:cs typeface="Calibri"/>
              </a:rPr>
              <a:t> chỉ khác nhau 1 tầng trong cây tìm kiếm</a:t>
            </a:r>
          </a:p>
          <a:p>
            <a:pPr lvl="1"/>
            <a:r>
              <a:rPr lang="vi-VN" sz="1800" dirty="0">
                <a:latin typeface="Calibri"/>
                <a:cs typeface="Calibri"/>
              </a:rPr>
              <a:t>Có thể coi tầng đó của cây V</a:t>
            </a:r>
            <a:r>
              <a:rPr lang="vi-VN" sz="1800" baseline="-25000" dirty="0">
                <a:latin typeface="Calibri"/>
                <a:cs typeface="Calibri"/>
              </a:rPr>
              <a:t>k </a:t>
            </a:r>
            <a:r>
              <a:rPr lang="vi-VN" sz="1800" dirty="0">
                <a:latin typeface="Calibri"/>
                <a:cs typeface="Calibri"/>
              </a:rPr>
              <a:t>toàn số 0 (k tầng trên thì 2 cây giống nhau)</a:t>
            </a:r>
          </a:p>
          <a:p>
            <a:pPr lvl="1"/>
            <a:r>
              <a:rPr lang="vi-VN" sz="1800" dirty="0">
                <a:latin typeface="Calibri"/>
                <a:cs typeface="Calibri"/>
              </a:rPr>
              <a:t>Giá trị thêm vào của tầng đó nhiều nhất là γ</a:t>
            </a:r>
            <a:r>
              <a:rPr lang="vi-VN" sz="1800" baseline="30000" dirty="0">
                <a:latin typeface="Calibri"/>
                <a:cs typeface="Calibri"/>
              </a:rPr>
              <a:t>k</a:t>
            </a:r>
            <a:r>
              <a:rPr lang="vi-VN" sz="1800" dirty="0">
                <a:latin typeface="Calibri"/>
                <a:cs typeface="Calibri"/>
              </a:rPr>
              <a:t> max|R|</a:t>
            </a:r>
          </a:p>
          <a:p>
            <a:pPr lvl="1"/>
            <a:r>
              <a:rPr lang="vi-VN" sz="1800" dirty="0">
                <a:latin typeface="Calibri"/>
                <a:cs typeface="Calibri"/>
              </a:rPr>
              <a:t>Vậy sai khác giữa V</a:t>
            </a:r>
            <a:r>
              <a:rPr lang="vi-VN" sz="1800" baseline="-25000" dirty="0">
                <a:latin typeface="Calibri"/>
                <a:cs typeface="Calibri"/>
              </a:rPr>
              <a:t>k</a:t>
            </a:r>
            <a:r>
              <a:rPr lang="vi-VN" sz="1800" dirty="0">
                <a:latin typeface="Calibri"/>
                <a:cs typeface="Calibri"/>
              </a:rPr>
              <a:t> và V</a:t>
            </a:r>
            <a:r>
              <a:rPr lang="vi-VN" sz="1800" baseline="-25000" dirty="0">
                <a:latin typeface="Calibri"/>
                <a:cs typeface="Calibri"/>
              </a:rPr>
              <a:t>k+1</a:t>
            </a:r>
            <a:r>
              <a:rPr lang="vi-VN" sz="1800" dirty="0">
                <a:latin typeface="Calibri"/>
                <a:cs typeface="Calibri"/>
              </a:rPr>
              <a:t> nhiều nhất là γ</a:t>
            </a:r>
            <a:r>
              <a:rPr lang="vi-VN" sz="1800" baseline="30000" dirty="0">
                <a:latin typeface="Calibri"/>
                <a:cs typeface="Calibri"/>
              </a:rPr>
              <a:t>k</a:t>
            </a:r>
            <a:r>
              <a:rPr lang="vi-VN" sz="1800" dirty="0">
                <a:latin typeface="Calibri"/>
                <a:cs typeface="Calibri"/>
              </a:rPr>
              <a:t> max|R|</a:t>
            </a:r>
          </a:p>
          <a:p>
            <a:pPr marL="457176" lvl="1" indent="0">
              <a:buNone/>
            </a:pPr>
            <a:r>
              <a:rPr lang="vi-VN" sz="1800" dirty="0">
                <a:latin typeface="Calibri"/>
                <a:cs typeface="Calibri"/>
                <a:sym typeface="Wingdings" pitchFamily="2" charset="2"/>
              </a:rPr>
              <a:t> </a:t>
            </a:r>
            <a:r>
              <a:rPr lang="vi-VN" sz="1800" dirty="0">
                <a:latin typeface="Calibri"/>
                <a:cs typeface="Calibri"/>
              </a:rPr>
              <a:t>dãy V</a:t>
            </a:r>
            <a:r>
              <a:rPr lang="vi-VN" sz="1800" baseline="-25000" dirty="0">
                <a:latin typeface="Calibri"/>
                <a:cs typeface="Calibri"/>
              </a:rPr>
              <a:t>k </a:t>
            </a:r>
            <a:r>
              <a:rPr lang="vi-VN" sz="1800" dirty="0">
                <a:latin typeface="Calibri"/>
                <a:cs typeface="Calibri"/>
              </a:rPr>
              <a:t>hội tụ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7239000" y="2304691"/>
            <a:ext cx="2135038" cy="310550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7368396" y="2304691"/>
            <a:ext cx="1876245" cy="271732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9697528" y="2304691"/>
            <a:ext cx="2135038" cy="3105509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9826925" y="2304691"/>
            <a:ext cx="1876245" cy="271732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9" name="Picture 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7931118" y="1828939"/>
            <a:ext cx="780241" cy="389057"/>
          </a:xfrm>
          <a:prstGeom prst="rect">
            <a:avLst/>
          </a:prstGeom>
        </p:spPr>
      </p:pic>
      <p:pic>
        <p:nvPicPr>
          <p:cNvPr id="11" name="Picture 10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0219613" y="1828800"/>
            <a:ext cx="1134187" cy="389411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279668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Các phương pháp tìm chiến lược</a:t>
            </a: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09800" y="1219756"/>
            <a:ext cx="7608888" cy="53328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Đánh giá chiến lược</a:t>
            </a:r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03588" y="1476848"/>
            <a:ext cx="5764212" cy="48519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Chiến lược cố định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5075235"/>
            <a:ext cx="11379200" cy="1782765"/>
          </a:xfrm>
        </p:spPr>
        <p:txBody>
          <a:bodyPr/>
          <a:lstStyle/>
          <a:p>
            <a:r>
              <a:rPr lang="vi-VN" sz="2400" noProof="0" dirty="0">
                <a:latin typeface="Calibri"/>
                <a:cs typeface="Calibri"/>
              </a:rPr>
              <a:t>Expectimax: tính max của tất cả các hành động </a:t>
            </a:r>
            <a:r>
              <a:rPr lang="vi-VN" sz="2400" noProof="0" dirty="0">
                <a:latin typeface="Calibri"/>
                <a:cs typeface="Calibri"/>
                <a:sym typeface="Wingdings" pitchFamily="2" charset="2"/>
              </a:rPr>
              <a:t> giá trị tối ưu</a:t>
            </a:r>
            <a:endParaRPr lang="vi-VN" sz="2400" noProof="0" dirty="0">
              <a:latin typeface="Calibri"/>
              <a:cs typeface="Calibri"/>
            </a:endParaRPr>
          </a:p>
          <a:p>
            <a:pPr lvl="5"/>
            <a:endParaRPr lang="vi-VN" sz="800" noProof="0" dirty="0">
              <a:latin typeface="Calibri"/>
              <a:cs typeface="Calibri"/>
            </a:endParaRPr>
          </a:p>
          <a:p>
            <a:r>
              <a:rPr lang="vi-VN" sz="2400" noProof="0" dirty="0">
                <a:latin typeface="Calibri"/>
                <a:cs typeface="Calibri"/>
              </a:rPr>
              <a:t>Nếu cố định một chiến lược </a:t>
            </a:r>
            <a:r>
              <a:rPr lang="vi-VN" sz="2400" noProof="0" dirty="0">
                <a:latin typeface="Calibri"/>
                <a:cs typeface="Calibri"/>
                <a:sym typeface="Symbol" pitchFamily="18" charset="2"/>
              </a:rPr>
              <a:t>(s</a:t>
            </a:r>
            <a:r>
              <a:rPr lang="vi-VN" sz="2400" noProof="0" dirty="0">
                <a:latin typeface="Calibri"/>
                <a:cs typeface="Calibri"/>
              </a:rPr>
              <a:t>) </a:t>
            </a:r>
            <a:r>
              <a:rPr lang="vi-VN" sz="2400" noProof="0" dirty="0">
                <a:latin typeface="Calibri"/>
                <a:cs typeface="Calibri"/>
                <a:sym typeface="Wingdings" pitchFamily="2" charset="2"/>
              </a:rPr>
              <a:t> cây tìm kiếm đơn giản hơn, chỉ có một hành động cho mỗi trạng thái  giá trị của nút gốc phụ thuộc vào chiến lược</a:t>
            </a:r>
            <a:r>
              <a:rPr lang="vi-VN" sz="2400" dirty="0">
                <a:latin typeface="Calibri"/>
                <a:cs typeface="Calibri"/>
                <a:sym typeface="Wingdings" pitchFamily="2" charset="2"/>
              </a:rPr>
              <a:t> đã chọn</a:t>
            </a:r>
            <a:endParaRPr lang="vi-VN" sz="2400" noProof="0" dirty="0">
              <a:latin typeface="Calibri"/>
              <a:cs typeface="Calibri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057400" y="1893614"/>
            <a:ext cx="3048000" cy="2754586"/>
            <a:chOff x="2400" y="1401"/>
            <a:chExt cx="1392" cy="1258"/>
          </a:xfrm>
        </p:grpSpPr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0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1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2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3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9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16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17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19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10" name="Text Box 17"/>
            <p:cNvSpPr txBox="1">
              <a:spLocks noChangeArrowheads="1"/>
            </p:cNvSpPr>
            <p:nvPr/>
          </p:nvSpPr>
          <p:spPr bwMode="auto">
            <a:xfrm>
              <a:off x="306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>
                  <a:latin typeface="Calibri"/>
                  <a:cs typeface="Calibri"/>
                </a:rPr>
                <a:t>s,a,s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14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5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7239438" y="1893614"/>
            <a:ext cx="2590362" cy="2754586"/>
            <a:chOff x="2400" y="1401"/>
            <a:chExt cx="1183" cy="1258"/>
          </a:xfrm>
        </p:grpSpPr>
        <p:sp>
          <p:nvSpPr>
            <p:cNvPr id="25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41" name="Line 9"/>
            <p:cNvSpPr>
              <a:spLocks noChangeShapeType="1"/>
            </p:cNvSpPr>
            <p:nvPr/>
          </p:nvSpPr>
          <p:spPr bwMode="auto">
            <a:xfrm flipH="1">
              <a:off x="2916" y="1617"/>
              <a:ext cx="232" cy="36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27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28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35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6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7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8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29" name="Text Box 17"/>
            <p:cNvSpPr txBox="1">
              <a:spLocks noChangeArrowheads="1"/>
            </p:cNvSpPr>
            <p:nvPr/>
          </p:nvSpPr>
          <p:spPr bwMode="auto">
            <a:xfrm>
              <a:off x="3096" y="1680"/>
              <a:ext cx="373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30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31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32" name="Text Box 20"/>
            <p:cNvSpPr txBox="1">
              <a:spLocks noChangeArrowheads="1"/>
            </p:cNvSpPr>
            <p:nvPr/>
          </p:nvSpPr>
          <p:spPr bwMode="auto">
            <a:xfrm>
              <a:off x="2435" y="2271"/>
              <a:ext cx="66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s,</a:t>
              </a:r>
              <a:r>
                <a:rPr lang="en-US" sz="2400" dirty="0">
                  <a:latin typeface="Calibri"/>
                  <a:cs typeface="Calibri"/>
                  <a:sym typeface="Symbol" pitchFamily="18" charset="2"/>
                </a:rPr>
                <a:t> (s</a:t>
              </a:r>
              <a:r>
                <a:rPr lang="en-US" sz="2400" dirty="0">
                  <a:latin typeface="Calibri"/>
                  <a:cs typeface="Calibri"/>
                </a:rPr>
                <a:t>),s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33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4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752600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libri"/>
                <a:cs typeface="Calibri"/>
              </a:rPr>
              <a:t>Hành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động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tối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ưu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29400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libri"/>
                <a:cs typeface="Calibri"/>
              </a:rPr>
              <a:t>Hành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động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theo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chiến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lược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</a:t>
            </a:r>
            <a:endParaRPr lang="en-US"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Lợi ích của chiến lược cố định</a:t>
            </a:r>
          </a:p>
        </p:txBody>
      </p:sp>
      <p:sp>
        <p:nvSpPr>
          <p:cNvPr id="17274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vi-VN" sz="2400" dirty="0">
                <a:latin typeface="Calibri"/>
                <a:cs typeface="Calibri"/>
              </a:rPr>
              <a:t>Vấn đề</a:t>
            </a:r>
            <a:r>
              <a:rPr lang="vi-VN" sz="2400" noProof="0" dirty="0">
                <a:latin typeface="Calibri"/>
                <a:cs typeface="Calibri"/>
              </a:rPr>
              <a:t>: tính kì vọng lợi ích của một trạng thái s khi sử dụng chiến lược cố định </a:t>
            </a:r>
            <a:r>
              <a:rPr lang="vi-VN" sz="2400" dirty="0">
                <a:latin typeface="Calibri"/>
                <a:cs typeface="Calibri"/>
                <a:sym typeface="Symbol" pitchFamily="18" charset="2"/>
              </a:rPr>
              <a:t></a:t>
            </a:r>
            <a:endParaRPr lang="vi-VN" sz="2400" noProof="0" dirty="0">
              <a:latin typeface="Calibri"/>
              <a:cs typeface="Calibri"/>
            </a:endParaRPr>
          </a:p>
          <a:p>
            <a:endParaRPr lang="vi-VN" sz="2400" noProof="0" dirty="0">
              <a:latin typeface="Calibri"/>
              <a:cs typeface="Calibri"/>
            </a:endParaRPr>
          </a:p>
          <a:p>
            <a:r>
              <a:rPr lang="vi-VN" sz="2400" noProof="0" dirty="0">
                <a:latin typeface="Calibri"/>
                <a:cs typeface="Calibri"/>
              </a:rPr>
              <a:t>Hàm lợi ích của trạng thái s, dưới chiến lược cố định </a:t>
            </a:r>
            <a:r>
              <a:rPr lang="vi-VN" sz="2400" noProof="0" dirty="0">
                <a:latin typeface="Calibri"/>
                <a:cs typeface="Calibri"/>
                <a:sym typeface="Symbol" pitchFamily="18" charset="2"/>
              </a:rPr>
              <a:t></a:t>
            </a:r>
            <a:r>
              <a:rPr lang="vi-VN" sz="2400" noProof="0" dirty="0">
                <a:latin typeface="Calibri"/>
                <a:cs typeface="Calibri"/>
              </a:rPr>
              <a:t>:</a:t>
            </a:r>
          </a:p>
          <a:p>
            <a:pPr lvl="1">
              <a:buFont typeface="Wingdings" pitchFamily="2" charset="2"/>
              <a:buNone/>
            </a:pPr>
            <a:r>
              <a:rPr lang="vi-VN" sz="2000" noProof="0" dirty="0">
                <a:latin typeface="Calibri"/>
                <a:cs typeface="Calibri"/>
              </a:rPr>
              <a:t>V</a:t>
            </a:r>
            <a:r>
              <a:rPr lang="vi-VN" sz="2000" baseline="30000" noProof="0" dirty="0">
                <a:latin typeface="Calibri"/>
                <a:cs typeface="Calibri"/>
                <a:sym typeface="Symbol" pitchFamily="18" charset="2"/>
              </a:rPr>
              <a:t></a:t>
            </a:r>
            <a:r>
              <a:rPr lang="vi-VN" sz="2000" noProof="0" dirty="0">
                <a:latin typeface="Calibri"/>
                <a:cs typeface="Calibri"/>
              </a:rPr>
              <a:t>(s) = kì vọng tổng điểm thưởng (có chiếu khấu) khi bắt đầu từ s tuân theo chiến lược </a:t>
            </a:r>
            <a:r>
              <a:rPr lang="vi-VN" sz="2000" noProof="0" dirty="0">
                <a:latin typeface="Calibri"/>
                <a:cs typeface="Calibri"/>
                <a:sym typeface="Symbol" pitchFamily="18" charset="2"/>
              </a:rPr>
              <a:t></a:t>
            </a:r>
            <a:endParaRPr lang="vi-VN" sz="2000" noProof="0" dirty="0">
              <a:latin typeface="Calibri"/>
              <a:cs typeface="Calibri"/>
            </a:endParaRPr>
          </a:p>
          <a:p>
            <a:endParaRPr lang="vi-VN" sz="2400" noProof="0" dirty="0">
              <a:latin typeface="Calibri"/>
              <a:cs typeface="Calibri"/>
            </a:endParaRPr>
          </a:p>
          <a:p>
            <a:r>
              <a:rPr lang="vi-VN" sz="2400" noProof="0" dirty="0">
                <a:latin typeface="Calibri"/>
                <a:cs typeface="Calibri"/>
              </a:rPr>
              <a:t>Phương trình Bellman:</a:t>
            </a:r>
          </a:p>
        </p:txBody>
      </p:sp>
      <p:pic>
        <p:nvPicPr>
          <p:cNvPr id="61" name="Picture 60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158868" y="4800600"/>
            <a:ext cx="7070738" cy="645824"/>
          </a:xfrm>
          <a:prstGeom prst="rect">
            <a:avLst/>
          </a:prstGeom>
          <a:noFill/>
          <a:ln/>
          <a:effectLst/>
        </p:spPr>
      </p:pic>
      <p:grpSp>
        <p:nvGrpSpPr>
          <p:cNvPr id="46" name="Group 45"/>
          <p:cNvGrpSpPr>
            <a:grpSpLocks/>
          </p:cNvGrpSpPr>
          <p:nvPr/>
        </p:nvGrpSpPr>
        <p:grpSpPr bwMode="auto">
          <a:xfrm>
            <a:off x="9068238" y="1600200"/>
            <a:ext cx="2590362" cy="2754586"/>
            <a:chOff x="2400" y="1401"/>
            <a:chExt cx="1183" cy="1258"/>
          </a:xfrm>
        </p:grpSpPr>
        <p:sp>
          <p:nvSpPr>
            <p:cNvPr id="47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48" name="Line 9"/>
            <p:cNvSpPr>
              <a:spLocks noChangeShapeType="1"/>
            </p:cNvSpPr>
            <p:nvPr/>
          </p:nvSpPr>
          <p:spPr bwMode="auto">
            <a:xfrm flipH="1">
              <a:off x="2916" y="1617"/>
              <a:ext cx="232" cy="36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49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50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57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58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59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60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51" name="Text Box 17"/>
            <p:cNvSpPr txBox="1">
              <a:spLocks noChangeArrowheads="1"/>
            </p:cNvSpPr>
            <p:nvPr/>
          </p:nvSpPr>
          <p:spPr bwMode="auto">
            <a:xfrm>
              <a:off x="3096" y="1680"/>
              <a:ext cx="373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52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53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54" name="Text Box 20"/>
            <p:cNvSpPr txBox="1">
              <a:spLocks noChangeArrowheads="1"/>
            </p:cNvSpPr>
            <p:nvPr/>
          </p:nvSpPr>
          <p:spPr bwMode="auto">
            <a:xfrm>
              <a:off x="2435" y="2271"/>
              <a:ext cx="66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s,</a:t>
              </a:r>
              <a:r>
                <a:rPr lang="en-US" sz="2400" dirty="0">
                  <a:latin typeface="Calibri"/>
                  <a:cs typeface="Calibri"/>
                  <a:sym typeface="Symbol" pitchFamily="18" charset="2"/>
                </a:rPr>
                <a:t> (s</a:t>
              </a:r>
              <a:r>
                <a:rPr lang="en-US" sz="2400" dirty="0">
                  <a:latin typeface="Calibri"/>
                  <a:cs typeface="Calibri"/>
                </a:rPr>
                <a:t>),s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55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56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8427" y="1219200"/>
            <a:ext cx="4592932" cy="4562475"/>
          </a:xfrm>
          <a:prstGeom prst="rect">
            <a:avLst/>
          </a:prstGeom>
          <a:noFill/>
        </p:spPr>
      </p:pic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7023" y="1219200"/>
            <a:ext cx="4647754" cy="45624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Ví dụ: Đánh giá chiến lược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800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libri"/>
                <a:cs typeface="Calibri"/>
              </a:rPr>
              <a:t>Luôn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luôn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rẽ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phải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10387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libri"/>
                <a:cs typeface="Calibri"/>
              </a:rPr>
              <a:t>Luôn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luôn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tiến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lên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trước</a:t>
            </a:r>
            <a:endParaRPr lang="en-US"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828800" y="1828800"/>
            <a:ext cx="3048000" cy="403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62750" y="1828800"/>
            <a:ext cx="3048000" cy="403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Ví dụ: Đánh giá chiến lược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800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libri"/>
                <a:cs typeface="Calibri"/>
              </a:rPr>
              <a:t>Luôn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luôn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rẽ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phải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10387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libri"/>
                <a:cs typeface="Calibri"/>
              </a:rPr>
              <a:t>Luôn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luôn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tiến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lên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trước</a:t>
            </a: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" t="8813" r="71526" b="32430"/>
          <a:stretch/>
        </p:blipFill>
        <p:spPr bwMode="auto">
          <a:xfrm>
            <a:off x="7262750" y="1828800"/>
            <a:ext cx="3068664" cy="4029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6271" r="67839" b="25876"/>
          <a:stretch/>
        </p:blipFill>
        <p:spPr bwMode="auto">
          <a:xfrm>
            <a:off x="1858254" y="1852550"/>
            <a:ext cx="3006671" cy="3967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Đánh giá chiến lược</a:t>
            </a:r>
          </a:p>
        </p:txBody>
      </p:sp>
      <p:sp>
        <p:nvSpPr>
          <p:cNvPr id="1728515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697858"/>
            <a:ext cx="11379200" cy="4729164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vi-VN" sz="2400" dirty="0">
                <a:latin typeface="Calibri"/>
                <a:cs typeface="Calibri"/>
              </a:rPr>
              <a:t>Ý tưởng 1</a:t>
            </a:r>
            <a:r>
              <a:rPr lang="vi-VN" sz="2400" noProof="0" dirty="0">
                <a:latin typeface="Calibri"/>
                <a:cs typeface="Calibri"/>
              </a:rPr>
              <a:t>: Biến phương trình Bellman thành phép cập nhật</a:t>
            </a:r>
          </a:p>
          <a:p>
            <a:pPr>
              <a:lnSpc>
                <a:spcPct val="80000"/>
              </a:lnSpc>
            </a:pPr>
            <a:endParaRPr lang="vi-VN" sz="2400" noProof="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endParaRPr lang="vi-VN" sz="2400" noProof="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endParaRPr lang="vi-VN" sz="3600" noProof="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endParaRPr lang="vi-VN" sz="3600" noProof="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endParaRPr lang="vi-VN" sz="2400" noProof="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vi-VN" sz="2400" noProof="0" dirty="0">
                <a:latin typeface="Calibri"/>
                <a:cs typeface="Calibri"/>
              </a:rPr>
              <a:t>Độ phức tạp: O(S</a:t>
            </a:r>
            <a:r>
              <a:rPr lang="vi-VN" sz="2400" baseline="30000" noProof="0" dirty="0">
                <a:latin typeface="Calibri"/>
                <a:cs typeface="Calibri"/>
              </a:rPr>
              <a:t>2</a:t>
            </a:r>
            <a:r>
              <a:rPr lang="vi-VN" sz="2400" noProof="0" dirty="0">
                <a:latin typeface="Calibri"/>
                <a:cs typeface="Calibri"/>
              </a:rPr>
              <a:t>) mỗi bước lặp</a:t>
            </a:r>
          </a:p>
          <a:p>
            <a:pPr>
              <a:lnSpc>
                <a:spcPct val="80000"/>
              </a:lnSpc>
            </a:pPr>
            <a:endParaRPr lang="vi-VN" sz="2400" noProof="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vi-VN" sz="2400" noProof="0" dirty="0">
                <a:latin typeface="Calibri"/>
                <a:cs typeface="Calibri"/>
              </a:rPr>
              <a:t>Ý tưởng 2: Không có phép toán max thì phương trình Bellman = hệ phương trình tuyến tính</a:t>
            </a:r>
            <a:endParaRPr lang="vi-VN" sz="2000" noProof="0" dirty="0">
              <a:latin typeface="Calibri"/>
              <a:cs typeface="Calibri"/>
            </a:endParaRPr>
          </a:p>
        </p:txBody>
      </p:sp>
      <p:pic>
        <p:nvPicPr>
          <p:cNvPr id="24" name="Picture 2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300125" y="3240303"/>
            <a:ext cx="7416560" cy="645897"/>
          </a:xfrm>
          <a:prstGeom prst="rect">
            <a:avLst/>
          </a:prstGeom>
          <a:noFill/>
          <a:ln/>
          <a:effectLst/>
        </p:spPr>
      </p:pic>
      <p:pic>
        <p:nvPicPr>
          <p:cNvPr id="7" name="Picture 6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330016" y="2630703"/>
            <a:ext cx="1502078" cy="330692"/>
          </a:xfrm>
          <a:prstGeom prst="rect">
            <a:avLst/>
          </a:prstGeom>
          <a:noFill/>
          <a:ln/>
          <a:effectLst/>
        </p:spPr>
      </p:pic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9144438" y="1371600"/>
            <a:ext cx="2590362" cy="2754586"/>
            <a:chOff x="2400" y="1401"/>
            <a:chExt cx="1183" cy="1258"/>
          </a:xfrm>
        </p:grpSpPr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H="1">
              <a:off x="2916" y="1617"/>
              <a:ext cx="232" cy="36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20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3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3096" y="1680"/>
              <a:ext cx="373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15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2435" y="2271"/>
              <a:ext cx="66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s,</a:t>
              </a:r>
              <a:r>
                <a:rPr lang="en-US" sz="2400" dirty="0">
                  <a:latin typeface="Calibri"/>
                  <a:cs typeface="Calibri"/>
                  <a:sym typeface="Symbol" pitchFamily="18" charset="2"/>
                </a:rPr>
                <a:t> (s</a:t>
              </a:r>
              <a:r>
                <a:rPr lang="en-US" sz="2400" dirty="0">
                  <a:latin typeface="Calibri"/>
                  <a:cs typeface="Calibri"/>
                </a:rPr>
                <a:t>),s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18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9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Khai thác chiến lược</a:t>
            </a: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7998" y="1295950"/>
            <a:ext cx="6660802" cy="52328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Tìm hành động từ giá trị</a:t>
            </a:r>
            <a:endParaRPr lang="vi-VN" noProof="0" dirty="0"/>
          </a:p>
        </p:txBody>
      </p:sp>
      <p:sp>
        <p:nvSpPr>
          <p:cNvPr id="1733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vi-VN" sz="2800" noProof="0" dirty="0"/>
              <a:t>Giả sử ta có V*(s)</a:t>
            </a:r>
          </a:p>
          <a:p>
            <a:pPr marL="342882" lvl="1" indent="-342882">
              <a:buClr>
                <a:schemeClr val="accent2"/>
              </a:buClr>
            </a:pPr>
            <a:endParaRPr lang="vi-VN" sz="2000" noProof="0" dirty="0"/>
          </a:p>
          <a:p>
            <a:r>
              <a:rPr lang="vi-VN" sz="2800" noProof="0" dirty="0"/>
              <a:t>Nên hành động thế nào ?</a:t>
            </a:r>
          </a:p>
          <a:p>
            <a:pPr lvl="1"/>
            <a:r>
              <a:rPr lang="vi-VN" sz="2400" noProof="0" dirty="0"/>
              <a:t>Không đơn giản !</a:t>
            </a:r>
          </a:p>
          <a:p>
            <a:pPr lvl="1"/>
            <a:endParaRPr lang="vi-VN" sz="2000" noProof="0" dirty="0"/>
          </a:p>
          <a:p>
            <a:r>
              <a:rPr lang="vi-VN" sz="2800" noProof="0" dirty="0"/>
              <a:t>Cần thực hiện một bước expectimax</a:t>
            </a:r>
          </a:p>
          <a:p>
            <a:pPr lvl="1"/>
            <a:endParaRPr lang="vi-VN" sz="2000" noProof="0" dirty="0"/>
          </a:p>
          <a:p>
            <a:pPr lvl="1"/>
            <a:endParaRPr lang="vi-VN" sz="2000" noProof="0" dirty="0"/>
          </a:p>
          <a:p>
            <a:pPr lvl="1"/>
            <a:endParaRPr lang="vi-VN" sz="2000" noProof="0" dirty="0"/>
          </a:p>
          <a:p>
            <a:pPr lvl="1"/>
            <a:endParaRPr lang="vi-VN" sz="2000" noProof="0" dirty="0"/>
          </a:p>
          <a:p>
            <a:r>
              <a:rPr lang="vi-VN" sz="2800" noProof="0" dirty="0"/>
              <a:t>Gọi là </a:t>
            </a:r>
            <a:r>
              <a:rPr lang="vi-VN" sz="2800" noProof="0" dirty="0">
                <a:solidFill>
                  <a:srgbClr val="C00000"/>
                </a:solidFill>
              </a:rPr>
              <a:t>khai thác chiến lược</a:t>
            </a:r>
            <a:r>
              <a:rPr lang="vi-VN" sz="2800" noProof="0" dirty="0"/>
              <a:t>, vì chiến lược được lấy từ hàm giá trị</a:t>
            </a:r>
            <a:endParaRPr lang="vi-VN" sz="2400" noProof="0" dirty="0"/>
          </a:p>
        </p:txBody>
      </p:sp>
      <p:pic>
        <p:nvPicPr>
          <p:cNvPr id="8" name="Picture 7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2828003" y="4648200"/>
            <a:ext cx="6392197" cy="685800"/>
          </a:xfrm>
          <a:prstGeom prst="rect">
            <a:avLst/>
          </a:prstGeom>
          <a:noFill/>
          <a:ln/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5" t="22147" r="62711" b="41695"/>
          <a:stretch/>
        </p:blipFill>
        <p:spPr bwMode="auto">
          <a:xfrm>
            <a:off x="7934801" y="1295400"/>
            <a:ext cx="3647599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432955" y="4683368"/>
            <a:ext cx="1195552" cy="33475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Tìm hành động từ Q-giá trị</a:t>
            </a:r>
            <a:endParaRPr lang="vi-VN" noProof="0" dirty="0"/>
          </a:p>
        </p:txBody>
      </p:sp>
      <p:sp>
        <p:nvSpPr>
          <p:cNvPr id="1733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vi-VN" sz="2800" noProof="0" dirty="0"/>
              <a:t>Giả sử ta có hàm Q-giá trị tối ưu</a:t>
            </a:r>
          </a:p>
          <a:p>
            <a:endParaRPr lang="vi-VN" sz="2800" noProof="0" dirty="0"/>
          </a:p>
          <a:p>
            <a:r>
              <a:rPr lang="vi-VN" sz="2800" dirty="0"/>
              <a:t>Nên hành động thế nào ?</a:t>
            </a:r>
            <a:endParaRPr lang="vi-VN" sz="2800" noProof="0" dirty="0"/>
          </a:p>
          <a:p>
            <a:pPr lvl="1"/>
            <a:r>
              <a:rPr lang="vi-VN" sz="2400" noProof="0" dirty="0"/>
              <a:t>Cực kì đơn giản !</a:t>
            </a:r>
          </a:p>
          <a:p>
            <a:endParaRPr lang="vi-VN" sz="2800" noProof="0" dirty="0"/>
          </a:p>
          <a:p>
            <a:pPr lvl="1"/>
            <a:endParaRPr lang="vi-VN" sz="2400" noProof="0" dirty="0"/>
          </a:p>
          <a:p>
            <a:pPr lvl="1"/>
            <a:endParaRPr lang="vi-VN" sz="2400" noProof="0" dirty="0"/>
          </a:p>
          <a:p>
            <a:pPr lvl="1"/>
            <a:endParaRPr lang="vi-VN" sz="2400" noProof="0" dirty="0"/>
          </a:p>
          <a:p>
            <a:pPr lvl="1"/>
            <a:endParaRPr lang="vi-VN" sz="2400" noProof="0" dirty="0"/>
          </a:p>
          <a:p>
            <a:r>
              <a:rPr lang="vi-VN" sz="2800" noProof="0" dirty="0"/>
              <a:t>Bài học: khai thác chiến lược từ hàm Q-giá trị dễ hơn hàm giá trị !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1" t="20051" r="58223" b="36486"/>
          <a:stretch/>
        </p:blipFill>
        <p:spPr bwMode="auto">
          <a:xfrm>
            <a:off x="7391401" y="1292469"/>
            <a:ext cx="4557346" cy="3456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3199872" y="3781300"/>
            <a:ext cx="2438928" cy="478221"/>
          </a:xfrm>
          <a:prstGeom prst="rect">
            <a:avLst/>
          </a:prstGeom>
          <a:noFill/>
          <a:ln/>
          <a:effectLst/>
        </p:spPr>
      </p:pic>
      <p:pic>
        <p:nvPicPr>
          <p:cNvPr id="12" name="Picture 11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813955" y="3768968"/>
            <a:ext cx="1195552" cy="33475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Bước lặp </a:t>
            </a:r>
            <a:r>
              <a:rPr lang="vi-VN" noProof="0" dirty="0"/>
              <a:t>chiến lược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82862" y="1448320"/>
            <a:ext cx="7018338" cy="45995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Vấn đề với Bước lặp giá trị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noProof="0" dirty="0">
                <a:latin typeface="Calibri"/>
                <a:cs typeface="Calibri"/>
              </a:rPr>
              <a:t>Bước lặp giá trị sử dụng phương trình Bellman:</a:t>
            </a:r>
          </a:p>
          <a:p>
            <a:endParaRPr lang="vi-VN" sz="2800" noProof="0" dirty="0">
              <a:latin typeface="Calibri"/>
              <a:cs typeface="Calibri"/>
            </a:endParaRPr>
          </a:p>
          <a:p>
            <a:endParaRPr lang="vi-VN" sz="2800" noProof="0" dirty="0">
              <a:latin typeface="Calibri"/>
              <a:cs typeface="Calibri"/>
            </a:endParaRPr>
          </a:p>
          <a:p>
            <a:endParaRPr lang="vi-VN" sz="2800" noProof="0" dirty="0">
              <a:latin typeface="Calibri"/>
              <a:cs typeface="Calibri"/>
            </a:endParaRPr>
          </a:p>
          <a:p>
            <a:r>
              <a:rPr lang="vi-VN" sz="2800" noProof="0" dirty="0">
                <a:latin typeface="Calibri"/>
                <a:cs typeface="Calibri"/>
              </a:rPr>
              <a:t>Vấn đề 1: Chậm – O(S</a:t>
            </a:r>
            <a:r>
              <a:rPr lang="vi-VN" sz="2800" baseline="30000" noProof="0" dirty="0">
                <a:latin typeface="Calibri"/>
                <a:cs typeface="Calibri"/>
              </a:rPr>
              <a:t>2</a:t>
            </a:r>
            <a:r>
              <a:rPr lang="vi-VN" sz="2800" noProof="0" dirty="0">
                <a:latin typeface="Calibri"/>
                <a:cs typeface="Calibri"/>
              </a:rPr>
              <a:t>A) mỗi bước lặp</a:t>
            </a:r>
          </a:p>
          <a:p>
            <a:endParaRPr lang="vi-VN" sz="2800" noProof="0" dirty="0">
              <a:latin typeface="Calibri"/>
              <a:cs typeface="Calibri"/>
            </a:endParaRPr>
          </a:p>
          <a:p>
            <a:r>
              <a:rPr lang="vi-VN" sz="2800" noProof="0" dirty="0">
                <a:latin typeface="Calibri"/>
                <a:cs typeface="Calibri"/>
              </a:rPr>
              <a:t>Vấn đề 2: Hành động “max” thay đổi ít</a:t>
            </a:r>
          </a:p>
          <a:p>
            <a:endParaRPr lang="vi-VN" sz="2800" noProof="0" dirty="0">
              <a:latin typeface="Calibri"/>
              <a:cs typeface="Calibri"/>
            </a:endParaRPr>
          </a:p>
          <a:p>
            <a:r>
              <a:rPr lang="vi-VN" sz="2800" noProof="0" dirty="0">
                <a:latin typeface="Calibri"/>
                <a:cs typeface="Calibri"/>
              </a:rPr>
              <a:t>Vấn đề 3: Chiến lược hội tụ trước giá trị</a:t>
            </a:r>
          </a:p>
        </p:txBody>
      </p:sp>
      <p:pic>
        <p:nvPicPr>
          <p:cNvPr id="5" name="Picture 4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066801" y="2362200"/>
            <a:ext cx="6629400" cy="630314"/>
          </a:xfrm>
          <a:prstGeom prst="rect">
            <a:avLst/>
          </a:prstGeom>
          <a:noFill/>
          <a:ln/>
          <a:effectLst/>
        </p:spPr>
      </p:pic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8534400" y="1447800"/>
            <a:ext cx="3048000" cy="2754586"/>
            <a:chOff x="2400" y="1401"/>
            <a:chExt cx="1392" cy="1258"/>
          </a:xfrm>
        </p:grpSpPr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1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2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3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4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10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19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0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11" name="Text Box 17"/>
            <p:cNvSpPr txBox="1">
              <a:spLocks noChangeArrowheads="1"/>
            </p:cNvSpPr>
            <p:nvPr/>
          </p:nvSpPr>
          <p:spPr bwMode="auto">
            <a:xfrm>
              <a:off x="306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12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13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14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>
                  <a:latin typeface="Calibri"/>
                  <a:cs typeface="Calibri"/>
                </a:rPr>
                <a:t>s,a,s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15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6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k=0</a:t>
            </a:r>
          </a:p>
        </p:txBody>
      </p:sp>
      <p:pic>
        <p:nvPicPr>
          <p:cNvPr id="3" name="Picture 2" descr="Screen Shot 2014-08-10 at 7.47.4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791" y="1143000"/>
            <a:ext cx="6206418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0FF222-D18A-C796-1301-7F56887A4711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3525359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k=1</a:t>
            </a:r>
          </a:p>
        </p:txBody>
      </p:sp>
      <p:pic>
        <p:nvPicPr>
          <p:cNvPr id="3" name="Picture 2" descr="Screen Shot 2014-08-10 at 7.47.5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545" y="1143000"/>
            <a:ext cx="6176910" cy="571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78FA2D-5E70-81F5-1CAB-C19E7E99F32D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4256804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k=2</a:t>
            </a:r>
          </a:p>
        </p:txBody>
      </p:sp>
      <p:pic>
        <p:nvPicPr>
          <p:cNvPr id="3" name="Picture 2" descr="Screen Shot 2014-08-10 at 7.47.5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400" y="1143000"/>
            <a:ext cx="6207201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F441F2-F84F-ABA2-05E6-0D3D4F70BD5D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3816661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k=3</a:t>
            </a:r>
          </a:p>
        </p:txBody>
      </p:sp>
      <p:pic>
        <p:nvPicPr>
          <p:cNvPr id="3" name="Picture 2" descr="Screen Shot 2014-08-10 at 7.48.0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179" y="1143000"/>
            <a:ext cx="6177643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459B59-45DE-997D-8A06-1D7B5E7FB175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3099301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k=4</a:t>
            </a:r>
          </a:p>
        </p:txBody>
      </p:sp>
      <p:pic>
        <p:nvPicPr>
          <p:cNvPr id="3" name="Picture 2" descr="Screen Shot 2014-08-10 at 7.48.0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57098"/>
            <a:ext cx="6172200" cy="5700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3619B7-5C81-B1DC-A440-F0239C12EC35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3207399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k=5</a:t>
            </a:r>
          </a:p>
        </p:txBody>
      </p:sp>
      <p:pic>
        <p:nvPicPr>
          <p:cNvPr id="3" name="Picture 2" descr="Screen Shot 2014-08-10 at 7.48.0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644" y="1143000"/>
            <a:ext cx="6186713" cy="5714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063B91-35B9-853C-3AB0-B5B7D068124B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2990749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k=6</a:t>
            </a:r>
          </a:p>
        </p:txBody>
      </p:sp>
      <p:pic>
        <p:nvPicPr>
          <p:cNvPr id="3" name="Picture 2" descr="Screen Shot 2014-08-10 at 7.48.1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972" y="1173166"/>
            <a:ext cx="6154057" cy="56848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414E8E-FDD1-2063-4963-FB2315588A1F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702912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k=7</a:t>
            </a:r>
          </a:p>
        </p:txBody>
      </p:sp>
      <p:pic>
        <p:nvPicPr>
          <p:cNvPr id="3" name="Picture 2" descr="Screen Shot 2014-08-10 at 7.48.1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48034"/>
            <a:ext cx="6172200" cy="57099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D38FBC-CF5E-F2F3-5D28-BB358B06C58B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2801799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k=8</a:t>
            </a:r>
          </a:p>
        </p:txBody>
      </p:sp>
      <p:pic>
        <p:nvPicPr>
          <p:cNvPr id="3" name="Picture 2" descr="Screen Shot 2014-08-10 at 7.48.2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75224"/>
            <a:ext cx="6172200" cy="5682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675236-E6DE-A331-B29B-E7D3E12B4691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96777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k=9</a:t>
            </a:r>
          </a:p>
        </p:txBody>
      </p:sp>
      <p:pic>
        <p:nvPicPr>
          <p:cNvPr id="3" name="Picture 2" descr="Screen Shot 2014-08-10 at 7.48.2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198" y="1157224"/>
            <a:ext cx="6179605" cy="57007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468998-99EA-CC28-AD78-099646114718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3734677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k=10</a:t>
            </a:r>
          </a:p>
        </p:txBody>
      </p:sp>
      <p:pic>
        <p:nvPicPr>
          <p:cNvPr id="3" name="Picture 2" descr="Screen Shot 2014-08-10 at 7.48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725" y="1143000"/>
            <a:ext cx="619655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8E225F-FCC1-F993-DDE3-199D5C1406D3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2937382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k=11</a:t>
            </a:r>
          </a:p>
        </p:txBody>
      </p:sp>
      <p:pic>
        <p:nvPicPr>
          <p:cNvPr id="3" name="Picture 2" descr="Screen Shot 2014-08-10 at 7.48.3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38306"/>
            <a:ext cx="6172200" cy="5719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F4C97-84B0-C39E-9CF5-C2590AD52522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725622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k=12</a:t>
            </a:r>
          </a:p>
        </p:txBody>
      </p:sp>
      <p:pic>
        <p:nvPicPr>
          <p:cNvPr id="3" name="Picture 2" descr="Screen Shot 2014-08-10 at 7.48.4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725" y="1143000"/>
            <a:ext cx="619655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5BE57D-0F94-3FF9-4530-5D54E8F1C9D0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9206502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k=100</a:t>
            </a:r>
          </a:p>
        </p:txBody>
      </p:sp>
      <p:pic>
        <p:nvPicPr>
          <p:cNvPr id="3" name="Picture 2" descr="Screen Shot 2014-08-10 at 7.49.2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746" y="1130418"/>
            <a:ext cx="6190508" cy="57275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34D3AC-0DE7-C09D-8B6F-D84912F32677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2432767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Bước lặp chiến lược</a:t>
            </a:r>
          </a:p>
        </p:txBody>
      </p:sp>
      <p:sp>
        <p:nvSpPr>
          <p:cNvPr id="1761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vi-VN" sz="2800" noProof="0" dirty="0"/>
              <a:t>Cách tiếp cận khác:</a:t>
            </a:r>
          </a:p>
          <a:p>
            <a:pPr lvl="1"/>
            <a:r>
              <a:rPr lang="vi-VN" sz="2400" noProof="0" dirty="0">
                <a:solidFill>
                  <a:srgbClr val="CC0000"/>
                </a:solidFill>
              </a:rPr>
              <a:t>Bước 1: Đánh giá chiến lược: </a:t>
            </a:r>
            <a:r>
              <a:rPr lang="vi-VN" sz="2400" noProof="0" dirty="0"/>
              <a:t>tính lợi ích của một chiến lược cố định (lặp đến hội tụ)</a:t>
            </a:r>
          </a:p>
          <a:p>
            <a:pPr lvl="1"/>
            <a:r>
              <a:rPr lang="vi-VN" sz="2400" noProof="0" dirty="0">
                <a:solidFill>
                  <a:srgbClr val="CC0000"/>
                </a:solidFill>
              </a:rPr>
              <a:t>Bước 2: Cải tiến </a:t>
            </a:r>
            <a:r>
              <a:rPr lang="vi-VN" sz="2400" dirty="0">
                <a:solidFill>
                  <a:srgbClr val="CC0000"/>
                </a:solidFill>
              </a:rPr>
              <a:t>chiến lược : </a:t>
            </a:r>
            <a:r>
              <a:rPr lang="vi-VN" sz="2400" dirty="0"/>
              <a:t>cập nhật chiến lược bằng cách lựa chọn hành động tối ưu (sau 1 bước)</a:t>
            </a:r>
            <a:endParaRPr lang="vi-VN" sz="2400" noProof="0" dirty="0"/>
          </a:p>
          <a:p>
            <a:pPr lvl="1"/>
            <a:r>
              <a:rPr lang="vi-VN" sz="2400" noProof="0" dirty="0"/>
              <a:t>Lặp lại đến khi chiến lược hội tụ</a:t>
            </a:r>
          </a:p>
          <a:p>
            <a:pPr lvl="1"/>
            <a:endParaRPr lang="vi-VN" sz="2400" noProof="0" dirty="0"/>
          </a:p>
          <a:p>
            <a:r>
              <a:rPr lang="vi-VN" sz="2800" noProof="0" dirty="0"/>
              <a:t>Gọi là </a:t>
            </a:r>
            <a:r>
              <a:rPr lang="vi-VN" sz="2400" dirty="0">
                <a:solidFill>
                  <a:srgbClr val="CC0000"/>
                </a:solidFill>
              </a:rPr>
              <a:t>bước lặp chiến lược</a:t>
            </a:r>
          </a:p>
          <a:p>
            <a:pPr lvl="1"/>
            <a:r>
              <a:rPr lang="vi-VN" sz="2400" noProof="0" dirty="0"/>
              <a:t>Vẫn hội tụ đến chiến lược tối ưu !</a:t>
            </a:r>
          </a:p>
          <a:p>
            <a:pPr lvl="1"/>
            <a:r>
              <a:rPr lang="vi-VN" sz="2400" noProof="0" dirty="0"/>
              <a:t>Có thể hội tụ nhanh hơn nhiều so với bước lặp giá trị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Bước lặp chiến lược</a:t>
            </a:r>
          </a:p>
        </p:txBody>
      </p:sp>
      <p:sp>
        <p:nvSpPr>
          <p:cNvPr id="1762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3"/>
            <a:endParaRPr lang="vi-VN" sz="1200" noProof="0" dirty="0"/>
          </a:p>
          <a:p>
            <a:r>
              <a:rPr lang="vi-VN" sz="2400" noProof="0" dirty="0">
                <a:solidFill>
                  <a:srgbClr val="FF0000"/>
                </a:solidFill>
              </a:rPr>
              <a:t>Đánh giá</a:t>
            </a:r>
            <a:r>
              <a:rPr lang="vi-VN" sz="2400" noProof="0" dirty="0"/>
              <a:t>: Với chiến lược cố định </a:t>
            </a:r>
            <a:r>
              <a:rPr lang="vi-VN" sz="2400" noProof="0" dirty="0">
                <a:sym typeface="Symbol" pitchFamily="18" charset="2"/>
              </a:rPr>
              <a:t>, tìm hàm giá trị:</a:t>
            </a:r>
          </a:p>
          <a:p>
            <a:pPr lvl="1"/>
            <a:r>
              <a:rPr lang="vi-VN" sz="2000" noProof="0" dirty="0">
                <a:sym typeface="Symbol" pitchFamily="18" charset="2"/>
              </a:rPr>
              <a:t>Lặp đến khi hội tụ:</a:t>
            </a:r>
          </a:p>
          <a:p>
            <a:endParaRPr lang="vi-VN" sz="2400" noProof="0" dirty="0">
              <a:sym typeface="Symbol" pitchFamily="18" charset="2"/>
            </a:endParaRPr>
          </a:p>
          <a:p>
            <a:endParaRPr lang="vi-VN" sz="2400" noProof="0" dirty="0">
              <a:sym typeface="Symbol" pitchFamily="18" charset="2"/>
            </a:endParaRPr>
          </a:p>
          <a:p>
            <a:endParaRPr lang="vi-VN" sz="2400" noProof="0" dirty="0">
              <a:sym typeface="Symbol" pitchFamily="18" charset="2"/>
            </a:endParaRPr>
          </a:p>
          <a:p>
            <a:r>
              <a:rPr lang="vi-VN" sz="2400" noProof="0" dirty="0">
                <a:solidFill>
                  <a:srgbClr val="FF0000"/>
                </a:solidFill>
              </a:rPr>
              <a:t>Cập nhật</a:t>
            </a:r>
            <a:r>
              <a:rPr lang="vi-VN" sz="2400" noProof="0" dirty="0"/>
              <a:t>: Với hàm giá trị cố định, tìm chiến lược mới bằng </a:t>
            </a:r>
            <a:r>
              <a:rPr lang="vi-VN" sz="2400" noProof="0" dirty="0">
                <a:solidFill>
                  <a:srgbClr val="FF0000"/>
                </a:solidFill>
              </a:rPr>
              <a:t>khai thác chiến lược</a:t>
            </a:r>
          </a:p>
          <a:p>
            <a:pPr lvl="1"/>
            <a:r>
              <a:rPr lang="vi-VN" sz="2000" noProof="0" dirty="0"/>
              <a:t>Hành động tối ưu sau 1 nước đi:</a:t>
            </a:r>
          </a:p>
          <a:p>
            <a:endParaRPr lang="vi-VN" sz="2400" noProof="0" dirty="0">
              <a:sym typeface="Symbol" pitchFamily="18" charset="2"/>
            </a:endParaRPr>
          </a:p>
        </p:txBody>
      </p:sp>
      <p:pic>
        <p:nvPicPr>
          <p:cNvPr id="9" name="Picture 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2026211" y="2743200"/>
            <a:ext cx="7834776" cy="690721"/>
          </a:xfrm>
          <a:prstGeom prst="rect">
            <a:avLst/>
          </a:prstGeom>
          <a:noFill/>
          <a:ln/>
          <a:effectLst/>
        </p:spPr>
      </p:pic>
      <p:pic>
        <p:nvPicPr>
          <p:cNvPr id="10" name="Picture 9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2030087" y="4921250"/>
            <a:ext cx="7215495" cy="64106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So sánh hai bước lặp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11201400" cy="4724400"/>
          </a:xfrm>
        </p:spPr>
        <p:txBody>
          <a:bodyPr/>
          <a:lstStyle/>
          <a:p>
            <a:r>
              <a:rPr lang="vi-VN" sz="2400" noProof="0" dirty="0"/>
              <a:t>Cả Bước lặp giá trị và Bước lặp chiến lược đều tính giá trị tối ưu</a:t>
            </a:r>
          </a:p>
          <a:p>
            <a:pPr lvl="3"/>
            <a:endParaRPr lang="vi-VN" sz="1200" noProof="0" dirty="0"/>
          </a:p>
          <a:p>
            <a:r>
              <a:rPr lang="vi-VN" sz="2400" noProof="0" dirty="0"/>
              <a:t>Trong Bước lặp giá trị:</a:t>
            </a:r>
          </a:p>
          <a:p>
            <a:pPr lvl="1"/>
            <a:r>
              <a:rPr lang="vi-VN" sz="2200" noProof="0" dirty="0"/>
              <a:t>Mỗi bước lặp cập nhật giá trị (và gián tiếp) chiến lược đi kèm</a:t>
            </a:r>
          </a:p>
          <a:p>
            <a:pPr lvl="1"/>
            <a:r>
              <a:rPr lang="vi-VN" sz="2200" noProof="0" dirty="0"/>
              <a:t>Không nói rõ chiến lược, nhưng do lấy max nên đã gián tiếp tính toán chiến lược</a:t>
            </a:r>
          </a:p>
          <a:p>
            <a:pPr lvl="3"/>
            <a:endParaRPr lang="vi-VN" sz="1200" noProof="0" dirty="0"/>
          </a:p>
          <a:p>
            <a:r>
              <a:rPr lang="vi-VN" sz="2400" noProof="0" dirty="0"/>
              <a:t>Trong Bước lặp chiến lược:</a:t>
            </a:r>
          </a:p>
          <a:p>
            <a:pPr lvl="1"/>
            <a:r>
              <a:rPr lang="vi-VN" sz="2200" dirty="0"/>
              <a:t>Cập nhật lợi ích của một chiến lược cố định (mỗi trạng thái chọn 1 hành động </a:t>
            </a:r>
            <a:r>
              <a:rPr lang="vi-VN" sz="2200" dirty="0">
                <a:sym typeface="Wingdings" pitchFamily="2" charset="2"/>
              </a:rPr>
              <a:t> nhanh)</a:t>
            </a:r>
            <a:endParaRPr lang="vi-VN" sz="2200" noProof="0" dirty="0"/>
          </a:p>
          <a:p>
            <a:pPr lvl="1"/>
            <a:r>
              <a:rPr lang="vi-VN" sz="2200" noProof="0" dirty="0"/>
              <a:t>Khi cập nhật chiến lược </a:t>
            </a:r>
            <a:r>
              <a:rPr lang="vi-VN" sz="2200" noProof="0" dirty="0">
                <a:sym typeface="Wingdings" pitchFamily="2" charset="2"/>
              </a:rPr>
              <a:t> chọn một chiến lược mới để tính lợi ích</a:t>
            </a:r>
            <a:endParaRPr lang="vi-VN" sz="2200" noProof="0" dirty="0"/>
          </a:p>
          <a:p>
            <a:pPr lvl="1"/>
            <a:r>
              <a:rPr lang="vi-VN" sz="2200" noProof="0" dirty="0"/>
              <a:t>Chắc chắn chiến lược mới tốt hơn (nếu không thì dừng)</a:t>
            </a:r>
          </a:p>
          <a:p>
            <a:pPr lvl="4"/>
            <a:endParaRPr lang="vi-VN" sz="1200" noProof="0" dirty="0"/>
          </a:p>
          <a:p>
            <a:pPr marL="0" indent="0">
              <a:spcBef>
                <a:spcPts val="1200"/>
              </a:spcBef>
              <a:buNone/>
            </a:pPr>
            <a:r>
              <a:rPr lang="vi-VN" sz="2400" noProof="0" dirty="0">
                <a:sym typeface="Wingdings" pitchFamily="2" charset="2"/>
              </a:rPr>
              <a:t> Phương pháp quy hoạch động</a:t>
            </a:r>
            <a:endParaRPr lang="vi-VN" sz="24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Tổng kết: Các thuật toán giải MDP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noProof="0" dirty="0"/>
              <a:t>Các thuật toán</a:t>
            </a:r>
          </a:p>
          <a:p>
            <a:pPr lvl="1"/>
            <a:r>
              <a:rPr lang="vi-VN" sz="2400" noProof="0" dirty="0"/>
              <a:t>Tính giá trị tối ưu V*: sử dụng Bước lặp giá trị hoặc Bước lặp chiến lược</a:t>
            </a:r>
          </a:p>
          <a:p>
            <a:pPr lvl="1"/>
            <a:r>
              <a:rPr lang="vi-VN" sz="2400" noProof="0" dirty="0"/>
              <a:t>Tính giá trị V</a:t>
            </a:r>
            <a:r>
              <a:rPr lang="en-US" sz="2400" baseline="-25000" dirty="0">
                <a:latin typeface="Calibri"/>
                <a:cs typeface="Calibri"/>
                <a:sym typeface="Symbol" pitchFamily="18" charset="2"/>
              </a:rPr>
              <a:t>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 </a:t>
            </a:r>
            <a:r>
              <a:rPr lang="en-US" sz="2400" dirty="0" err="1">
                <a:latin typeface="Calibri"/>
                <a:cs typeface="Calibri"/>
                <a:sym typeface="Symbol" pitchFamily="18" charset="2"/>
              </a:rPr>
              <a:t>của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 </a:t>
            </a:r>
            <a:r>
              <a:rPr lang="en-US" sz="2400" dirty="0" err="1">
                <a:latin typeface="Calibri"/>
                <a:cs typeface="Calibri"/>
                <a:sym typeface="Symbol" pitchFamily="18" charset="2"/>
              </a:rPr>
              <a:t>chiến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 </a:t>
            </a:r>
            <a:r>
              <a:rPr lang="en-US" sz="2400" dirty="0" err="1">
                <a:latin typeface="Calibri"/>
                <a:cs typeface="Calibri"/>
                <a:sym typeface="Symbol" pitchFamily="18" charset="2"/>
              </a:rPr>
              <a:t>lược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 </a:t>
            </a:r>
            <a:r>
              <a:rPr lang="vi-VN" sz="2400" dirty="0"/>
              <a:t>: sử dụng Bước lặp giá trị</a:t>
            </a:r>
            <a:endParaRPr lang="vi-VN" sz="2400" noProof="0" dirty="0"/>
          </a:p>
          <a:p>
            <a:pPr lvl="1"/>
            <a:r>
              <a:rPr lang="vi-VN" sz="2400" noProof="0" dirty="0"/>
              <a:t>Chuyển hàm giá trị thành chiến lược: Sử dụng Khai thác chiến lược</a:t>
            </a:r>
          </a:p>
          <a:p>
            <a:pPr lvl="1"/>
            <a:endParaRPr lang="vi-VN" sz="2400" noProof="0" dirty="0"/>
          </a:p>
          <a:p>
            <a:r>
              <a:rPr lang="vi-VN" sz="2800" noProof="0" dirty="0"/>
              <a:t>Các thuật toán rất giống nhau !</a:t>
            </a:r>
          </a:p>
          <a:p>
            <a:pPr lvl="1"/>
            <a:r>
              <a:rPr lang="vi-VN" sz="2400" noProof="0" dirty="0"/>
              <a:t>Đúng thế – chúng là các biến thể của phương trình Bellman</a:t>
            </a:r>
          </a:p>
          <a:p>
            <a:pPr lvl="1"/>
            <a:r>
              <a:rPr lang="vi-VN" sz="2400" noProof="0" dirty="0"/>
              <a:t>Công thức cơ bản của expectimax</a:t>
            </a:r>
          </a:p>
          <a:p>
            <a:pPr lvl="1"/>
            <a:r>
              <a:rPr lang="vi-VN" sz="2400" noProof="0" dirty="0"/>
              <a:t>Chỉ khác nhau nếu ta chọn max (tối ưu) hay chiến lược cố định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Chơi 2 máy đánh bạc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1447800"/>
            <a:ext cx="3048000" cy="3048000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0" y="1371600"/>
            <a:ext cx="2743200" cy="3048000"/>
          </a:xfrm>
          <a:prstGeom prst="rect">
            <a:avLst/>
          </a:prstGeom>
          <a:noFill/>
        </p:spPr>
      </p:pic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0600" y="3049893"/>
            <a:ext cx="2819400" cy="35014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MDP cho 2 máy đánh bạc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71600"/>
            <a:ext cx="11379200" cy="4729164"/>
          </a:xfrm>
        </p:spPr>
        <p:txBody>
          <a:bodyPr/>
          <a:lstStyle/>
          <a:p>
            <a:r>
              <a:rPr lang="vi-VN" sz="2400" noProof="0" dirty="0"/>
              <a:t>Hành động: </a:t>
            </a:r>
            <a:r>
              <a:rPr lang="vi-VN" sz="2400" i="1" noProof="0" dirty="0">
                <a:solidFill>
                  <a:srgbClr val="3333FF"/>
                </a:solidFill>
              </a:rPr>
              <a:t>Blue</a:t>
            </a:r>
            <a:r>
              <a:rPr lang="vi-VN" sz="2400" i="1" noProof="0" dirty="0"/>
              <a:t>, </a:t>
            </a:r>
            <a:r>
              <a:rPr lang="vi-VN" sz="2400" i="1" noProof="0" dirty="0">
                <a:solidFill>
                  <a:srgbClr val="C00000"/>
                </a:solidFill>
              </a:rPr>
              <a:t>Red</a:t>
            </a:r>
          </a:p>
          <a:p>
            <a:r>
              <a:rPr lang="vi-VN" sz="2400" noProof="0" dirty="0"/>
              <a:t>Trạng thái: </a:t>
            </a:r>
            <a:r>
              <a:rPr lang="vi-VN" sz="2400" noProof="0" dirty="0">
                <a:solidFill>
                  <a:srgbClr val="008000"/>
                </a:solidFill>
              </a:rPr>
              <a:t>Win</a:t>
            </a:r>
            <a:r>
              <a:rPr lang="vi-VN" sz="2400" noProof="0" dirty="0">
                <a:solidFill>
                  <a:schemeClr val="tx1"/>
                </a:solidFill>
              </a:rPr>
              <a:t>, Lose</a:t>
            </a:r>
          </a:p>
        </p:txBody>
      </p:sp>
      <p:sp>
        <p:nvSpPr>
          <p:cNvPr id="5" name="Oval 4"/>
          <p:cNvSpPr/>
          <p:nvPr/>
        </p:nvSpPr>
        <p:spPr>
          <a:xfrm>
            <a:off x="3276600" y="3276601"/>
            <a:ext cx="6858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8000"/>
                </a:solidFill>
                <a:latin typeface="Calibri" pitchFamily="34" charset="0"/>
              </a:rPr>
              <a:t>W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3276601"/>
            <a:ext cx="6858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alibri" pitchFamily="34" charset="0"/>
              </a:rPr>
              <a:t>L</a:t>
            </a:r>
          </a:p>
        </p:txBody>
      </p:sp>
      <p:cxnSp>
        <p:nvCxnSpPr>
          <p:cNvPr id="8" name="Curved Connector 7"/>
          <p:cNvCxnSpPr>
            <a:stCxn id="5" idx="0"/>
            <a:endCxn id="6" idx="1"/>
          </p:cNvCxnSpPr>
          <p:nvPr/>
        </p:nvCxnSpPr>
        <p:spPr>
          <a:xfrm rot="16200000" flipH="1">
            <a:off x="5924549" y="971551"/>
            <a:ext cx="100433" cy="4710533"/>
          </a:xfrm>
          <a:prstGeom prst="curvedConnector3">
            <a:avLst>
              <a:gd name="adj1" fmla="val -822914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5" idx="0"/>
            <a:endCxn id="5" idx="6"/>
          </p:cNvCxnSpPr>
          <p:nvPr/>
        </p:nvCxnSpPr>
        <p:spPr>
          <a:xfrm rot="16200000" flipH="1">
            <a:off x="3619500" y="3276601"/>
            <a:ext cx="342900" cy="342900"/>
          </a:xfrm>
          <a:prstGeom prst="curvedConnector4">
            <a:avLst>
              <a:gd name="adj1" fmla="val -87180"/>
              <a:gd name="adj2" fmla="val 338462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6" idx="4"/>
            <a:endCxn id="5" idx="5"/>
          </p:cNvCxnSpPr>
          <p:nvPr/>
        </p:nvCxnSpPr>
        <p:spPr>
          <a:xfrm rot="5400000" flipH="1">
            <a:off x="6167017" y="1556919"/>
            <a:ext cx="100433" cy="4710533"/>
          </a:xfrm>
          <a:prstGeom prst="curvedConnector3">
            <a:avLst>
              <a:gd name="adj1" fmla="val -927967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3"/>
          <p:cNvCxnSpPr>
            <a:stCxn id="6" idx="4"/>
            <a:endCxn id="6" idx="2"/>
          </p:cNvCxnSpPr>
          <p:nvPr/>
        </p:nvCxnSpPr>
        <p:spPr>
          <a:xfrm rot="5400000" flipH="1">
            <a:off x="8229600" y="3619501"/>
            <a:ext cx="342900" cy="342900"/>
          </a:xfrm>
          <a:prstGeom prst="curvedConnector4">
            <a:avLst>
              <a:gd name="adj1" fmla="val -84616"/>
              <a:gd name="adj2" fmla="val 325641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>
            <a:stCxn id="6" idx="6"/>
            <a:endCxn id="5" idx="4"/>
          </p:cNvCxnSpPr>
          <p:nvPr/>
        </p:nvCxnSpPr>
        <p:spPr>
          <a:xfrm flipH="1">
            <a:off x="3619500" y="3619501"/>
            <a:ext cx="5295900" cy="342900"/>
          </a:xfrm>
          <a:prstGeom prst="curvedConnector4">
            <a:avLst>
              <a:gd name="adj1" fmla="val -7681"/>
              <a:gd name="adj2" fmla="val 589178"/>
            </a:avLst>
          </a:prstGeom>
          <a:ln w="571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13"/>
          <p:cNvCxnSpPr>
            <a:stCxn id="5" idx="4"/>
            <a:endCxn id="5" idx="2"/>
          </p:cNvCxnSpPr>
          <p:nvPr/>
        </p:nvCxnSpPr>
        <p:spPr>
          <a:xfrm rot="5400000" flipH="1">
            <a:off x="3276600" y="3619501"/>
            <a:ext cx="342900" cy="342900"/>
          </a:xfrm>
          <a:prstGeom prst="curvedConnector4">
            <a:avLst>
              <a:gd name="adj1" fmla="val -376924"/>
              <a:gd name="adj2" fmla="val 415385"/>
            </a:avLst>
          </a:prstGeom>
          <a:ln w="571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600200" y="3962400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$1</a:t>
            </a:r>
          </a:p>
          <a:p>
            <a:endParaRPr lang="en-US" sz="2400" dirty="0">
              <a:latin typeface="Calibri" pitchFamily="34" charset="0"/>
            </a:endParaRPr>
          </a:p>
          <a:p>
            <a:r>
              <a:rPr lang="en-US" sz="2400" dirty="0">
                <a:latin typeface="Calibri" pitchFamily="34" charset="0"/>
              </a:rPr>
              <a:t>1.0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48800" y="3886200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$1</a:t>
            </a:r>
          </a:p>
          <a:p>
            <a:endParaRPr lang="en-US" sz="2400" dirty="0">
              <a:latin typeface="Calibri" pitchFamily="34" charset="0"/>
            </a:endParaRPr>
          </a:p>
          <a:p>
            <a:r>
              <a:rPr lang="en-US" sz="2400" dirty="0">
                <a:latin typeface="Calibri" pitchFamily="34" charset="0"/>
              </a:rPr>
              <a:t>1.0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0" y="1976735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0.25 	</a:t>
            </a:r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$0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800600" y="2826603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0.75 </a:t>
            </a:r>
          </a:p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$2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486400" y="43434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0.75 	</a:t>
            </a:r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$2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858000" y="3352800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0.25 </a:t>
            </a:r>
          </a:p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$0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525000" y="1371600"/>
            <a:ext cx="2209800" cy="17526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Không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chiết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khấu</a:t>
            </a:r>
            <a:endParaRPr lang="en-US" sz="20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endParaRPr lang="en-US" sz="4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100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bước</a:t>
            </a:r>
            <a:endParaRPr lang="en-US" sz="8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endParaRPr lang="en-US" sz="4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Các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trạng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thái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có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cùng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giá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trị</a:t>
            </a:r>
            <a:endParaRPr lang="en-US" sz="2000" i="1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Lập kế hoạch ngoại tuyến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295400"/>
            <a:ext cx="11379200" cy="4729164"/>
          </a:xfrm>
        </p:spPr>
        <p:txBody>
          <a:bodyPr/>
          <a:lstStyle/>
          <a:p>
            <a:r>
              <a:rPr lang="vi-VN" sz="2800" noProof="0" dirty="0">
                <a:latin typeface="Calibri"/>
                <a:cs typeface="Calibri"/>
              </a:rPr>
              <a:t>Giải MDP là lập kế hoạch ngoại tuyến</a:t>
            </a:r>
          </a:p>
          <a:p>
            <a:pPr lvl="1"/>
            <a:r>
              <a:rPr lang="vi-VN" sz="2400" noProof="0" dirty="0">
                <a:latin typeface="Calibri"/>
                <a:cs typeface="Calibri"/>
              </a:rPr>
              <a:t>Tính toán mọi đại lượng (V*, Q*, </a:t>
            </a:r>
            <a:r>
              <a:rPr kumimoji="0" lang="vi-V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</a:t>
            </a:r>
            <a:r>
              <a:rPr kumimoji="0" lang="vi-VN" sz="24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*</a:t>
            </a:r>
            <a:r>
              <a:rPr lang="vi-VN" sz="2400" dirty="0">
                <a:sym typeface="Symbol" pitchFamily="18" charset="2"/>
              </a:rPr>
              <a:t>)</a:t>
            </a:r>
            <a:r>
              <a:rPr lang="vi-VN" sz="2400" noProof="0" dirty="0">
                <a:latin typeface="Calibri"/>
                <a:cs typeface="Calibri"/>
              </a:rPr>
              <a:t> </a:t>
            </a:r>
          </a:p>
          <a:p>
            <a:pPr lvl="1"/>
            <a:r>
              <a:rPr lang="vi-VN" sz="2400" noProof="0" dirty="0">
                <a:latin typeface="Calibri"/>
                <a:cs typeface="Calibri"/>
              </a:rPr>
              <a:t>Cần biết hết thông tin về MDP như R(s, a, s’), T(s, a, s’)</a:t>
            </a:r>
          </a:p>
          <a:p>
            <a:pPr lvl="1"/>
            <a:r>
              <a:rPr lang="vi-VN" sz="2400" noProof="0" dirty="0">
                <a:latin typeface="Calibri"/>
                <a:cs typeface="Calibri"/>
              </a:rPr>
              <a:t>Không thực sự chơi (chơi trên mô hình)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44958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latin typeface="Calibri"/>
                <a:cs typeface="Calibri"/>
              </a:rPr>
              <a:t>Chơi</a:t>
            </a:r>
            <a:r>
              <a:rPr lang="en-US" sz="2800" dirty="0">
                <a:solidFill>
                  <a:srgbClr val="C00000"/>
                </a:solidFill>
                <a:latin typeface="Calibri"/>
                <a:cs typeface="Calibri"/>
              </a:rPr>
              <a:t>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542038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  <a:latin typeface="Calibri"/>
                <a:cs typeface="Calibri"/>
              </a:rPr>
              <a:t>Chơi</a:t>
            </a:r>
            <a:r>
              <a:rPr lang="en-US" sz="2800" dirty="0">
                <a:solidFill>
                  <a:srgbClr val="0070C0"/>
                </a:solidFill>
                <a:latin typeface="Calibri"/>
                <a:cs typeface="Calibri"/>
              </a:rPr>
              <a:t> 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3667780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5000" y="1371600"/>
            <a:ext cx="2209800" cy="17526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Không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chiết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khấu</a:t>
            </a:r>
            <a:endParaRPr lang="en-US" sz="20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endParaRPr lang="en-US" sz="4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100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bước</a:t>
            </a:r>
            <a:endParaRPr lang="en-US" sz="8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endParaRPr lang="en-US" sz="4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Các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trạng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thái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có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cùng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giá</a:t>
            </a:r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Calibri" pitchFamily="34" charset="0"/>
              </a:rPr>
              <a:t>trị</a:t>
            </a:r>
            <a:endParaRPr lang="en-US" sz="2000" i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52800" y="45059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alibri"/>
                <a:cs typeface="Calibri"/>
              </a:rPr>
              <a:t>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54203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alibri"/>
                <a:cs typeface="Calibri"/>
              </a:rPr>
              <a:t>100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410200" y="3304073"/>
            <a:ext cx="6705600" cy="2696855"/>
            <a:chOff x="1600200" y="1815326"/>
            <a:chExt cx="8756724" cy="3521777"/>
          </a:xfrm>
        </p:grpSpPr>
        <p:sp>
          <p:nvSpPr>
            <p:cNvPr id="10" name="Oval 9"/>
            <p:cNvSpPr/>
            <p:nvPr/>
          </p:nvSpPr>
          <p:spPr>
            <a:xfrm>
              <a:off x="3276600" y="3276601"/>
              <a:ext cx="685800" cy="685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008000"/>
                  </a:solidFill>
                  <a:latin typeface="Calibri"/>
                  <a:cs typeface="Calibri"/>
                </a:rPr>
                <a:t>W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8229600" y="3276601"/>
              <a:ext cx="685800" cy="685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latin typeface="Calibri"/>
                  <a:cs typeface="Calibri"/>
                </a:rPr>
                <a:t>L</a:t>
              </a:r>
            </a:p>
          </p:txBody>
        </p:sp>
        <p:cxnSp>
          <p:nvCxnSpPr>
            <p:cNvPr id="12" name="Curved Connector 11"/>
            <p:cNvCxnSpPr>
              <a:stCxn id="10" idx="0"/>
              <a:endCxn id="11" idx="1"/>
            </p:cNvCxnSpPr>
            <p:nvPr/>
          </p:nvCxnSpPr>
          <p:spPr>
            <a:xfrm rot="16200000" flipH="1">
              <a:off x="5924549" y="971551"/>
              <a:ext cx="100433" cy="4710533"/>
            </a:xfrm>
            <a:prstGeom prst="curvedConnector3">
              <a:avLst>
                <a:gd name="adj1" fmla="val -822914"/>
              </a:avLst>
            </a:prstGeom>
            <a:ln w="5715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3"/>
            <p:cNvCxnSpPr>
              <a:stCxn id="10" idx="0"/>
              <a:endCxn id="10" idx="6"/>
            </p:cNvCxnSpPr>
            <p:nvPr/>
          </p:nvCxnSpPr>
          <p:spPr>
            <a:xfrm rot="16200000" flipH="1">
              <a:off x="3619500" y="3276601"/>
              <a:ext cx="342900" cy="342900"/>
            </a:xfrm>
            <a:prstGeom prst="curvedConnector4">
              <a:avLst>
                <a:gd name="adj1" fmla="val -87180"/>
                <a:gd name="adj2" fmla="val 338462"/>
              </a:avLst>
            </a:prstGeom>
            <a:ln w="5715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urved Connector 13"/>
            <p:cNvCxnSpPr>
              <a:stCxn id="11" idx="4"/>
              <a:endCxn id="10" idx="5"/>
            </p:cNvCxnSpPr>
            <p:nvPr/>
          </p:nvCxnSpPr>
          <p:spPr>
            <a:xfrm rot="5400000" flipH="1">
              <a:off x="6167017" y="1556919"/>
              <a:ext cx="100433" cy="4710533"/>
            </a:xfrm>
            <a:prstGeom prst="curvedConnector3">
              <a:avLst>
                <a:gd name="adj1" fmla="val -927967"/>
              </a:avLst>
            </a:prstGeom>
            <a:ln w="5715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3"/>
            <p:cNvCxnSpPr>
              <a:stCxn id="11" idx="4"/>
              <a:endCxn id="11" idx="2"/>
            </p:cNvCxnSpPr>
            <p:nvPr/>
          </p:nvCxnSpPr>
          <p:spPr>
            <a:xfrm rot="5400000" flipH="1">
              <a:off x="8229600" y="3619501"/>
              <a:ext cx="342900" cy="342900"/>
            </a:xfrm>
            <a:prstGeom prst="curvedConnector4">
              <a:avLst>
                <a:gd name="adj1" fmla="val -84616"/>
                <a:gd name="adj2" fmla="val 325641"/>
              </a:avLst>
            </a:prstGeom>
            <a:ln w="5715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urved Connector 29"/>
            <p:cNvCxnSpPr>
              <a:stCxn id="11" idx="6"/>
              <a:endCxn id="10" idx="4"/>
            </p:cNvCxnSpPr>
            <p:nvPr/>
          </p:nvCxnSpPr>
          <p:spPr>
            <a:xfrm flipH="1">
              <a:off x="3619500" y="3619501"/>
              <a:ext cx="5295900" cy="342900"/>
            </a:xfrm>
            <a:prstGeom prst="curvedConnector4">
              <a:avLst>
                <a:gd name="adj1" fmla="val -7681"/>
                <a:gd name="adj2" fmla="val 589178"/>
              </a:avLst>
            </a:prstGeom>
            <a:ln w="57150">
              <a:solidFill>
                <a:srgbClr val="0070C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urved Connector 13"/>
            <p:cNvCxnSpPr>
              <a:stCxn id="10" idx="4"/>
              <a:endCxn id="10" idx="2"/>
            </p:cNvCxnSpPr>
            <p:nvPr/>
          </p:nvCxnSpPr>
          <p:spPr>
            <a:xfrm rot="5400000" flipH="1">
              <a:off x="3276600" y="3619501"/>
              <a:ext cx="342900" cy="342900"/>
            </a:xfrm>
            <a:prstGeom prst="curvedConnector4">
              <a:avLst>
                <a:gd name="adj1" fmla="val -376924"/>
                <a:gd name="adj2" fmla="val 415385"/>
              </a:avLst>
            </a:prstGeom>
            <a:ln w="57150">
              <a:solidFill>
                <a:srgbClr val="0070C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600200" y="3769613"/>
              <a:ext cx="995082" cy="1567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$1</a:t>
              </a:r>
            </a:p>
            <a:p>
              <a:endParaRPr lang="en-US" sz="2400" dirty="0">
                <a:latin typeface="Calibri"/>
                <a:cs typeface="Calibri"/>
              </a:endParaRPr>
            </a:p>
            <a:p>
              <a:r>
                <a:rPr lang="en-US" sz="2400" dirty="0"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349291" y="3769614"/>
              <a:ext cx="1007633" cy="156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$1</a:t>
              </a:r>
            </a:p>
            <a:p>
              <a:endParaRPr lang="en-US" sz="2400" dirty="0">
                <a:latin typeface="Calibri"/>
                <a:cs typeface="Calibri"/>
              </a:endParaRPr>
            </a:p>
            <a:p>
              <a:r>
                <a:rPr lang="en-US" sz="2400" dirty="0"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33999" y="1815326"/>
              <a:ext cx="2133600" cy="602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0.25 	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$0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00600" y="2826603"/>
              <a:ext cx="2133600" cy="1085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0.75 </a:t>
              </a:r>
            </a:p>
            <a:p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$2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82004" y="4267157"/>
              <a:ext cx="2133600" cy="602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0.75 	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$2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30701" y="3137634"/>
              <a:ext cx="2133600" cy="1085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0.25 </a:t>
              </a:r>
            </a:p>
            <a:p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$0</a:t>
              </a:r>
              <a:endParaRPr lang="en-US" sz="2400" dirty="0">
                <a:latin typeface="Calibri"/>
                <a:cs typeface="Calibri"/>
              </a:endParaRPr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762000" y="3429000"/>
            <a:ext cx="4191000" cy="2895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Let’s Play!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1447800"/>
            <a:ext cx="3048000" cy="3048000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0" y="1371600"/>
            <a:ext cx="2743200" cy="30480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8153400" y="46583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6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400" y="51917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02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6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Lập kế hoạch trực tuyến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noProof="0" dirty="0"/>
              <a:t>Các luật thay đổi !  Khả năng thắng trên máy đỏ không giống như trước.</a:t>
            </a:r>
          </a:p>
        </p:txBody>
      </p:sp>
      <p:sp>
        <p:nvSpPr>
          <p:cNvPr id="4" name="Oval 3"/>
          <p:cNvSpPr/>
          <p:nvPr/>
        </p:nvSpPr>
        <p:spPr>
          <a:xfrm>
            <a:off x="3276600" y="3524072"/>
            <a:ext cx="6858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8000"/>
                </a:solidFill>
                <a:latin typeface="Calibri" pitchFamily="34" charset="0"/>
              </a:rPr>
              <a:t>W</a:t>
            </a:r>
          </a:p>
        </p:txBody>
      </p:sp>
      <p:sp>
        <p:nvSpPr>
          <p:cNvPr id="5" name="Oval 4"/>
          <p:cNvSpPr/>
          <p:nvPr/>
        </p:nvSpPr>
        <p:spPr>
          <a:xfrm>
            <a:off x="8229600" y="3524072"/>
            <a:ext cx="6858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alibri" pitchFamily="34" charset="0"/>
              </a:rPr>
              <a:t>L</a:t>
            </a:r>
          </a:p>
        </p:txBody>
      </p:sp>
      <p:cxnSp>
        <p:nvCxnSpPr>
          <p:cNvPr id="6" name="Curved Connector 5"/>
          <p:cNvCxnSpPr>
            <a:stCxn id="4" idx="0"/>
            <a:endCxn id="5" idx="1"/>
          </p:cNvCxnSpPr>
          <p:nvPr/>
        </p:nvCxnSpPr>
        <p:spPr>
          <a:xfrm rot="16200000" flipH="1">
            <a:off x="5924549" y="1219022"/>
            <a:ext cx="100433" cy="4710533"/>
          </a:xfrm>
          <a:prstGeom prst="curvedConnector3">
            <a:avLst>
              <a:gd name="adj1" fmla="val -822914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13"/>
          <p:cNvCxnSpPr>
            <a:stCxn id="4" idx="0"/>
            <a:endCxn id="4" idx="6"/>
          </p:cNvCxnSpPr>
          <p:nvPr/>
        </p:nvCxnSpPr>
        <p:spPr>
          <a:xfrm rot="16200000" flipH="1">
            <a:off x="3619500" y="3524072"/>
            <a:ext cx="342900" cy="342900"/>
          </a:xfrm>
          <a:prstGeom prst="curvedConnector4">
            <a:avLst>
              <a:gd name="adj1" fmla="val -87180"/>
              <a:gd name="adj2" fmla="val 338462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/>
          <p:cNvCxnSpPr>
            <a:stCxn id="5" idx="4"/>
            <a:endCxn id="4" idx="5"/>
          </p:cNvCxnSpPr>
          <p:nvPr/>
        </p:nvCxnSpPr>
        <p:spPr>
          <a:xfrm rot="5400000" flipH="1">
            <a:off x="6167017" y="1804390"/>
            <a:ext cx="100433" cy="4710533"/>
          </a:xfrm>
          <a:prstGeom prst="curvedConnector3">
            <a:avLst>
              <a:gd name="adj1" fmla="val -927967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13"/>
          <p:cNvCxnSpPr>
            <a:stCxn id="5" idx="4"/>
            <a:endCxn id="5" idx="2"/>
          </p:cNvCxnSpPr>
          <p:nvPr/>
        </p:nvCxnSpPr>
        <p:spPr>
          <a:xfrm rot="5400000" flipH="1">
            <a:off x="8229600" y="3866972"/>
            <a:ext cx="342900" cy="342900"/>
          </a:xfrm>
          <a:prstGeom prst="curvedConnector4">
            <a:avLst>
              <a:gd name="adj1" fmla="val -84616"/>
              <a:gd name="adj2" fmla="val 325641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29"/>
          <p:cNvCxnSpPr>
            <a:stCxn id="5" idx="6"/>
            <a:endCxn id="4" idx="4"/>
          </p:cNvCxnSpPr>
          <p:nvPr/>
        </p:nvCxnSpPr>
        <p:spPr>
          <a:xfrm flipH="1">
            <a:off x="3619500" y="3866972"/>
            <a:ext cx="5295900" cy="342900"/>
          </a:xfrm>
          <a:prstGeom prst="curvedConnector4">
            <a:avLst>
              <a:gd name="adj1" fmla="val -7681"/>
              <a:gd name="adj2" fmla="val 589178"/>
            </a:avLst>
          </a:prstGeom>
          <a:ln w="571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3"/>
          <p:cNvCxnSpPr>
            <a:stCxn id="4" idx="4"/>
            <a:endCxn id="4" idx="2"/>
          </p:cNvCxnSpPr>
          <p:nvPr/>
        </p:nvCxnSpPr>
        <p:spPr>
          <a:xfrm rot="5400000" flipH="1">
            <a:off x="3276600" y="3866972"/>
            <a:ext cx="342900" cy="342900"/>
          </a:xfrm>
          <a:prstGeom prst="curvedConnector4">
            <a:avLst>
              <a:gd name="adj1" fmla="val -376924"/>
              <a:gd name="adj2" fmla="val 415385"/>
            </a:avLst>
          </a:prstGeom>
          <a:ln w="571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00200" y="4209871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$1</a:t>
            </a:r>
          </a:p>
          <a:p>
            <a:endParaRPr lang="en-US" sz="2400" dirty="0">
              <a:latin typeface="Calibri" pitchFamily="34" charset="0"/>
            </a:endParaRPr>
          </a:p>
          <a:p>
            <a:r>
              <a:rPr lang="en-US" sz="2400" dirty="0">
                <a:latin typeface="Calibri" pitchFamily="34" charset="0"/>
              </a:rP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4133671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$1</a:t>
            </a:r>
          </a:p>
          <a:p>
            <a:endParaRPr lang="en-US" sz="2400" dirty="0">
              <a:latin typeface="Calibri" pitchFamily="34" charset="0"/>
            </a:endParaRPr>
          </a:p>
          <a:p>
            <a:r>
              <a:rPr lang="en-US" sz="2400" dirty="0">
                <a:latin typeface="Calibri" pitchFamily="34" charset="0"/>
              </a:rP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2224206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?? 	</a:t>
            </a:r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$0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0600" y="3074074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?? </a:t>
            </a:r>
          </a:p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$2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4590871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?? 	</a:t>
            </a:r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$2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600271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?? </a:t>
            </a:r>
          </a:p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$0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Let’s Play!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1447800"/>
            <a:ext cx="3048000" cy="3048000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0" y="1371600"/>
            <a:ext cx="2743200" cy="30480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8153400" y="46583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6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400" y="51917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02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6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Vấn đề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66836"/>
            <a:ext cx="11379200" cy="4729164"/>
          </a:xfrm>
        </p:spPr>
        <p:txBody>
          <a:bodyPr/>
          <a:lstStyle/>
          <a:p>
            <a:r>
              <a:rPr lang="vi-VN" sz="2800" noProof="0" dirty="0"/>
              <a:t>Không chỉ là lập kế hoạch, mà cả </a:t>
            </a:r>
            <a:r>
              <a:rPr lang="vi-VN" sz="2800" noProof="0" dirty="0">
                <a:solidFill>
                  <a:srgbClr val="FF0000"/>
                </a:solidFill>
              </a:rPr>
              <a:t>học</a:t>
            </a:r>
            <a:r>
              <a:rPr lang="vi-VN" sz="2800" noProof="0" dirty="0"/>
              <a:t> !</a:t>
            </a:r>
          </a:p>
          <a:p>
            <a:pPr lvl="1"/>
            <a:r>
              <a:rPr lang="vi-VN" sz="2400" noProof="0" dirty="0"/>
              <a:t>Cụ thể, là </a:t>
            </a:r>
            <a:r>
              <a:rPr lang="vi-VN" sz="2400" noProof="0" dirty="0">
                <a:solidFill>
                  <a:srgbClr val="FF0000"/>
                </a:solidFill>
              </a:rPr>
              <a:t>học tăng cường</a:t>
            </a:r>
          </a:p>
          <a:p>
            <a:pPr lvl="1"/>
            <a:r>
              <a:rPr lang="vi-VN" sz="2400" noProof="0" dirty="0"/>
              <a:t>Có một MDP, nhưng để giải cần không chỉ tính toán</a:t>
            </a:r>
          </a:p>
          <a:p>
            <a:pPr lvl="1"/>
            <a:r>
              <a:rPr lang="vi-VN" sz="2400" noProof="0" dirty="0"/>
              <a:t>Bạn phải hành động để biết được các tham số / tính chất của MDP</a:t>
            </a:r>
          </a:p>
          <a:p>
            <a:pPr lvl="1"/>
            <a:endParaRPr lang="vi-VN" sz="2400" noProof="0" dirty="0"/>
          </a:p>
          <a:p>
            <a:r>
              <a:rPr lang="vi-VN" sz="2800" noProof="0" dirty="0"/>
              <a:t>Một số ý tưởng quan trọng của Học tăng cường</a:t>
            </a:r>
          </a:p>
          <a:p>
            <a:pPr lvl="1"/>
            <a:r>
              <a:rPr lang="vi-VN" sz="2400" noProof="0" dirty="0"/>
              <a:t>Khám phá: thực hiện các hành động chưa biết để lấy thêm thông tin</a:t>
            </a:r>
          </a:p>
          <a:p>
            <a:pPr lvl="1"/>
            <a:r>
              <a:rPr lang="vi-VN" sz="2400" noProof="0" dirty="0"/>
              <a:t>Khai thác: thực hiện các hành động đã học / đã biết</a:t>
            </a:r>
          </a:p>
          <a:p>
            <a:pPr lvl="1"/>
            <a:r>
              <a:rPr lang="vi-VN" sz="2400" noProof="0" dirty="0"/>
              <a:t>Độ hối tiếc: lỗi của thuật toán so với mô hình tốt nhất (mô hình biết hết thông tin)</a:t>
            </a:r>
          </a:p>
          <a:p>
            <a:pPr lvl="1"/>
            <a:r>
              <a:rPr lang="vi-VN" sz="2400" noProof="0" dirty="0"/>
              <a:t>Lấy mẫu: bởi vì sự ngẫu nhiên, phải thực hiện nhiều lần lặp đi lặp lại</a:t>
            </a:r>
          </a:p>
          <a:p>
            <a:pPr lvl="1"/>
            <a:r>
              <a:rPr lang="vi-VN" sz="2400" dirty="0"/>
              <a:t>Mức độ khó</a:t>
            </a:r>
            <a:r>
              <a:rPr lang="vi-VN" sz="2400" noProof="0" dirty="0"/>
              <a:t>: học trở nên khó hơn nhiều so với khi biết MDP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01200" y="1371600"/>
            <a:ext cx="2362200" cy="236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Bài sau: Học tăng cường 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Asynchronous Value Iteration*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447800"/>
            <a:ext cx="8229600" cy="4953000"/>
          </a:xfrm>
        </p:spPr>
        <p:txBody>
          <a:bodyPr/>
          <a:lstStyle/>
          <a:p>
            <a:pPr>
              <a:defRPr/>
            </a:pPr>
            <a:r>
              <a:rPr lang="vi-VN" sz="2400" noProof="0" dirty="0"/>
              <a:t>In value iteration, we update every state in each iteration</a:t>
            </a:r>
          </a:p>
          <a:p>
            <a:pPr>
              <a:defRPr/>
            </a:pPr>
            <a:endParaRPr lang="vi-VN" sz="2400" noProof="0" dirty="0"/>
          </a:p>
          <a:p>
            <a:pPr marL="342900" lvl="1" indent="-342900">
              <a:buClr>
                <a:schemeClr val="accent2"/>
              </a:buClr>
              <a:defRPr/>
            </a:pPr>
            <a:r>
              <a:rPr lang="vi-VN" sz="2400" noProof="0" dirty="0">
                <a:solidFill>
                  <a:schemeClr val="accent2"/>
                </a:solidFill>
                <a:ea typeface="+mn-ea"/>
                <a:cs typeface="+mn-cs"/>
              </a:rPr>
              <a:t>Actually, </a:t>
            </a:r>
            <a:r>
              <a:rPr lang="vi-VN" sz="2400" i="1" noProof="0" dirty="0">
                <a:solidFill>
                  <a:schemeClr val="accent2"/>
                </a:solidFill>
                <a:ea typeface="+mn-ea"/>
                <a:cs typeface="+mn-cs"/>
              </a:rPr>
              <a:t>any</a:t>
            </a:r>
            <a:r>
              <a:rPr lang="vi-VN" sz="2400" noProof="0" dirty="0">
                <a:solidFill>
                  <a:schemeClr val="accent2"/>
                </a:solidFill>
                <a:ea typeface="+mn-ea"/>
                <a:cs typeface="+mn-cs"/>
              </a:rPr>
              <a:t> sequences of Bellman updates will converge if every state is visited infinitely often</a:t>
            </a:r>
          </a:p>
          <a:p>
            <a:pPr>
              <a:buFont typeface="Wingdings" pitchFamily="2" charset="2"/>
              <a:buNone/>
              <a:defRPr/>
            </a:pPr>
            <a:endParaRPr lang="vi-VN" sz="2400" noProof="0" dirty="0"/>
          </a:p>
          <a:p>
            <a:pPr>
              <a:defRPr/>
            </a:pPr>
            <a:r>
              <a:rPr lang="vi-VN" sz="2400" noProof="0" dirty="0"/>
              <a:t>In fact, we can update the policy as seldom or often as we like, and we will still converge</a:t>
            </a:r>
          </a:p>
          <a:p>
            <a:pPr>
              <a:buFont typeface="Wingdings" pitchFamily="2" charset="2"/>
              <a:buNone/>
              <a:defRPr/>
            </a:pPr>
            <a:endParaRPr lang="vi-VN" sz="2400" noProof="0" dirty="0"/>
          </a:p>
          <a:p>
            <a:pPr>
              <a:defRPr/>
            </a:pPr>
            <a:r>
              <a:rPr lang="vi-VN" sz="2400" noProof="0" dirty="0"/>
              <a:t>Idea: Update states whose value we expect to change:</a:t>
            </a:r>
          </a:p>
          <a:p>
            <a:pPr>
              <a:buFont typeface="Wingdings" pitchFamily="2" charset="2"/>
              <a:buNone/>
              <a:defRPr/>
            </a:pPr>
            <a:r>
              <a:rPr lang="vi-VN" sz="2400" noProof="0" dirty="0"/>
              <a:t>	If                         is large then update predecessors of s</a:t>
            </a:r>
          </a:p>
        </p:txBody>
      </p:sp>
      <p:pic>
        <p:nvPicPr>
          <p:cNvPr id="21508" name="Picture 3" descr="C:\Documents and Settings\Administrator\My Documents\My Pictures\Picture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0100" y="5295900"/>
            <a:ext cx="18415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Interlude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6582" y="1295401"/>
            <a:ext cx="8572499" cy="5714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5"/>
  <p:tag name="DEFAULTHEIGHT" val="283"/>
  <p:tag name="DEFAULTDISPLAYSOURCE" val="\documentclass{article}\pagestyle{empty}&#10;\begin{document}&#10;&#10;\end{document}&#10;"/>
  <p:tag name="EMBEDFO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ue}{V^*(s) = \max_a Q^*(s,a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05"/>
  <p:tag name="PICTUREFILESIZE" val="1926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^*(s) = \max_a \sum_{s'} T(s,a,s') \,\left[ R(s, a, s') + \gamma\, V^*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63"/>
  <p:tag name="PICTUREFILESIZE" val="463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OliveGreen}{Q^*(s,a) = \sum_{s'} T(s,a,s') \left[ R(s,a,s') + \gamma V^*(s') 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31"/>
  <p:tag name="PICTUREFILESIZE" val="432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_{k+1}(s) \leftarrow \max_a \sum_{s'} T(s,a,s') \,\left[ R(s, a, s') + \gamma\, V_k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84"/>
  <p:tag name="PICTUREFILESIZE" val="4833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^*(s) = \max_a \sum_{s'} T(s,a,s') \,\left[ R(s, a, s') + \gamma\, V^*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63"/>
  <p:tag name="PICTUREFILESIZE" val="4639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k(s)  template TPT1  env TPENV1  fore 0  back 16777215  eqnno 2"/>
  <p:tag name="FILENAME" val="TP_tmp"/>
  <p:tag name="ORIGWIDTH" val="22"/>
  <p:tag name="PICTUREFILESIZE" val="267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{k+1}(s)  template TPT1  env TPENV1  fore 0  back 16777215  eqnno 2"/>
  <p:tag name="FILENAME" val="TP_tmp"/>
  <p:tag name="ORIGWIDTH" val="32"/>
  <p:tag name="PICTUREFILESIZE" val="29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^\pi(s) = \sum_{s'} T(s, \pi(s), s') [R(s,\pi(s), s') + \gamma V^\pi(s')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71"/>
  <p:tag name="PICTUREFILESIZE" val="440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_{k+1}^\pi(s) \leftarrow \sum_{s'} T(s, \pi(s), s') [R(s,\pi(s), s') + \gamma V_k^\pi(s')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94"/>
  <p:tag name="PICTUREFILESIZE" val="4729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_{0}^\pi(s) = 0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00"/>
  <p:tag name="PICTUREFILESIZE" val="882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\argmax_a \sum_{s'} T(s, a ,s') [ R(s,a,s') + \gamma V^*(s')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01"/>
  <p:tag name="PICTUREFILESIZE" val="4195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\pi^*(s) =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75"/>
  <p:tag name="PICTUREFILESIZE" val="625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\argmax_a Q^*(s, a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53"/>
  <p:tag name="PICTUREFILESIZE" val="1708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\pi^*(s) =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75"/>
  <p:tag name="PICTUREFILESIZE" val="625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_{k+1}(s) \leftarrow \max_a \sum_{s'} T(s,a,s') \,\left[ R(s, a, s') + \gamma\, V_k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84"/>
  <p:tag name="PICTUREFILESIZE" val="4833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^{\pi_i}_{k+1}(s) \leftarrow \sum_{s'} T(s,\pi_i(s),s') \,\left[ R(s, \pi_i(s), s') + \gamma\, V^{\pi_i}_k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522"/>
  <p:tag name="PICTUREFILESIZE" val="5148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\pi_{i+1}(s) = \argmax_a \sum_{s'} T(s, a ,s') \left[ R(s,a,s') + \gamma V^{\pi_i}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518"/>
  <p:tag name="PICTUREFILESIZE" val="51349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3 -- a-star search</Template>
  <TotalTime>59688</TotalTime>
  <Words>2500</Words>
  <Application>Microsoft Macintosh PowerPoint</Application>
  <PresentationFormat>Widescreen</PresentationFormat>
  <Paragraphs>456</Paragraphs>
  <Slides>50</Slides>
  <Notes>27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Wingdings</vt:lpstr>
      <vt:lpstr>dan-berkeley-nlp-v1</vt:lpstr>
      <vt:lpstr>INT3401: Trí tuệ nhân tạo </vt:lpstr>
      <vt:lpstr>Ví dụ: Thế giới lưới (Grid World)</vt:lpstr>
      <vt:lpstr>Nhắc lại: Quá trình quyết định Markov (MDP)</vt:lpstr>
      <vt:lpstr>Các đại lượng tối ưu</vt:lpstr>
      <vt:lpstr>Ví dụ: Hàm giá trị tối ưu V*</vt:lpstr>
      <vt:lpstr>Ví dụ: Hàm Q-giá trị tối ưu Q*</vt:lpstr>
      <vt:lpstr>Phương trình Bellman</vt:lpstr>
      <vt:lpstr>The Bellman Equations</vt:lpstr>
      <vt:lpstr>Bước lặp giá trị (Value Iteration)</vt:lpstr>
      <vt:lpstr>Tính hội tụ*</vt:lpstr>
      <vt:lpstr>Các phương pháp tìm chiến lược</vt:lpstr>
      <vt:lpstr>Đánh giá chiến lược</vt:lpstr>
      <vt:lpstr>Chiến lược cố định</vt:lpstr>
      <vt:lpstr>Lợi ích của chiến lược cố định</vt:lpstr>
      <vt:lpstr>Ví dụ: Đánh giá chiến lược</vt:lpstr>
      <vt:lpstr>Ví dụ: Đánh giá chiến lược</vt:lpstr>
      <vt:lpstr>Đánh giá chiến lược</vt:lpstr>
      <vt:lpstr>Khai thác chiến lược</vt:lpstr>
      <vt:lpstr>Tìm hành động từ giá trị</vt:lpstr>
      <vt:lpstr>Tìm hành động từ Q-giá trị</vt:lpstr>
      <vt:lpstr>Bước lặp chiến lược</vt:lpstr>
      <vt:lpstr>Vấn đề với Bước lặp giá trị</vt:lpstr>
      <vt:lpstr>k=0</vt:lpstr>
      <vt:lpstr>k=1</vt:lpstr>
      <vt:lpstr>k=2</vt:lpstr>
      <vt:lpstr>k=3</vt:lpstr>
      <vt:lpstr>k=4</vt:lpstr>
      <vt:lpstr>k=5</vt:lpstr>
      <vt:lpstr>k=6</vt:lpstr>
      <vt:lpstr>k=7</vt:lpstr>
      <vt:lpstr>k=8</vt:lpstr>
      <vt:lpstr>k=9</vt:lpstr>
      <vt:lpstr>k=10</vt:lpstr>
      <vt:lpstr>k=11</vt:lpstr>
      <vt:lpstr>k=12</vt:lpstr>
      <vt:lpstr>k=100</vt:lpstr>
      <vt:lpstr>Bước lặp chiến lược</vt:lpstr>
      <vt:lpstr>Bước lặp chiến lược</vt:lpstr>
      <vt:lpstr>So sánh hai bước lặp</vt:lpstr>
      <vt:lpstr>Tổng kết: Các thuật toán giải MDP</vt:lpstr>
      <vt:lpstr>Chơi 2 máy đánh bạc</vt:lpstr>
      <vt:lpstr>MDP cho 2 máy đánh bạc</vt:lpstr>
      <vt:lpstr>Lập kế hoạch ngoại tuyến</vt:lpstr>
      <vt:lpstr>Let’s Play!</vt:lpstr>
      <vt:lpstr>Lập kế hoạch trực tuyến</vt:lpstr>
      <vt:lpstr>Let’s Play!</vt:lpstr>
      <vt:lpstr>Vấn đề</vt:lpstr>
      <vt:lpstr>Bài sau: Học tăng cường !</vt:lpstr>
      <vt:lpstr>Asynchronous Value Iteration*</vt:lpstr>
      <vt:lpstr>Interlude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Long Tran</cp:lastModifiedBy>
  <cp:revision>2663</cp:revision>
  <cp:lastPrinted>2020-07-01T19:28:31Z</cp:lastPrinted>
  <dcterms:created xsi:type="dcterms:W3CDTF">2004-08-27T04:16:05Z</dcterms:created>
  <dcterms:modified xsi:type="dcterms:W3CDTF">2023-03-01T08:02:45Z</dcterms:modified>
</cp:coreProperties>
</file>